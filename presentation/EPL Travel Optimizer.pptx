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7"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IBM Plex Sans"/>
      <p:regular r:id="rId12"/>
      <p:bold r:id="rId13"/>
      <p:italic r:id="rId14"/>
      <p:boldItalic r:id="rId15"/>
    </p:embeddedFont>
    <p:embeddedFont>
      <p:font typeface="Sora SemiBold"/>
      <p:regular r:id="rId16"/>
      <p:bold r:id="rId17"/>
    </p:embeddedFont>
    <p:embeddedFont>
      <p:font typeface="IBM Plex Sans Medium"/>
      <p:regular r:id="rId18"/>
      <p:bold r:id="rId19"/>
      <p:italic r:id="rId20"/>
      <p:boldItalic r:id="rId21"/>
    </p:embeddedFont>
    <p:embeddedFont>
      <p:font typeface="Sora Light"/>
      <p:regular r:id="rId22"/>
      <p:bold r:id="rId23"/>
    </p:embeddedFont>
    <p:embeddedFont>
      <p:font typeface="Sora ExtraLight"/>
      <p:regular r:id="rId24"/>
      <p:bold r:id="rId25"/>
    </p:embeddedFont>
    <p:embeddedFont>
      <p:font typeface="Sora"/>
      <p:regular r:id="rId26"/>
      <p:bold r:id="rId27"/>
    </p:embeddedFont>
    <p:embeddedFont>
      <p:font typeface="Sora Medium"/>
      <p:regular r:id="rId28"/>
      <p:bold r:id="rId29"/>
    </p:embeddedFont>
    <p:embeddedFont>
      <p:font typeface="IBM Plex Sans SemiBold"/>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BMPlexSansSemiBold-bold.fntdata"/><Relationship Id="rId30" Type="http://schemas.openxmlformats.org/officeDocument/2006/relationships/font" Target="fonts/IBMPlexSansSemiBold-regular.fntdata"/><Relationship Id="rId33" Type="http://schemas.openxmlformats.org/officeDocument/2006/relationships/font" Target="fonts/IBMPlexSansSemiBold-boldItalic.fntdata"/><Relationship Id="rId32" Type="http://schemas.openxmlformats.org/officeDocument/2006/relationships/font" Target="fonts/IBMPlexSansSemiBold-italic.fntdata"/><Relationship Id="rId20" Type="http://schemas.openxmlformats.org/officeDocument/2006/relationships/font" Target="fonts/IBMPlexSansMedium-italic.fntdata"/><Relationship Id="rId22" Type="http://schemas.openxmlformats.org/officeDocument/2006/relationships/font" Target="fonts/SoraLight-regular.fntdata"/><Relationship Id="rId21" Type="http://schemas.openxmlformats.org/officeDocument/2006/relationships/font" Target="fonts/IBMPlexSansMedium-boldItalic.fntdata"/><Relationship Id="rId24" Type="http://schemas.openxmlformats.org/officeDocument/2006/relationships/font" Target="fonts/SoraExtraLight-regular.fntdata"/><Relationship Id="rId23" Type="http://schemas.openxmlformats.org/officeDocument/2006/relationships/font" Target="fonts/SoraLight-bold.fntdata"/><Relationship Id="rId26" Type="http://schemas.openxmlformats.org/officeDocument/2006/relationships/font" Target="fonts/Sora-regular.fntdata"/><Relationship Id="rId25" Type="http://schemas.openxmlformats.org/officeDocument/2006/relationships/font" Target="fonts/SoraExtraLight-bold.fntdata"/><Relationship Id="rId28" Type="http://schemas.openxmlformats.org/officeDocument/2006/relationships/font" Target="fonts/SoraMedium-regular.fntdata"/><Relationship Id="rId27" Type="http://schemas.openxmlformats.org/officeDocument/2006/relationships/font" Target="fonts/Sora-bold.fntdata"/><Relationship Id="rId29" Type="http://schemas.openxmlformats.org/officeDocument/2006/relationships/font" Target="fonts/SoraMedium-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IBMPlexSans-bold.fntdata"/><Relationship Id="rId12" Type="http://schemas.openxmlformats.org/officeDocument/2006/relationships/font" Target="fonts/IBMPlexSans-regular.fntdata"/><Relationship Id="rId15" Type="http://schemas.openxmlformats.org/officeDocument/2006/relationships/font" Target="fonts/IBMPlexSans-boldItalic.fntdata"/><Relationship Id="rId14" Type="http://schemas.openxmlformats.org/officeDocument/2006/relationships/font" Target="fonts/IBMPlexSans-italic.fntdata"/><Relationship Id="rId17" Type="http://schemas.openxmlformats.org/officeDocument/2006/relationships/font" Target="fonts/SoraSemiBold-bold.fntdata"/><Relationship Id="rId16" Type="http://schemas.openxmlformats.org/officeDocument/2006/relationships/font" Target="fonts/SoraSemiBold-regular.fntdata"/><Relationship Id="rId19" Type="http://schemas.openxmlformats.org/officeDocument/2006/relationships/font" Target="fonts/IBMPlexSansMedium-bold.fntdata"/><Relationship Id="rId18" Type="http://schemas.openxmlformats.org/officeDocument/2006/relationships/font" Target="fonts/IBMPlexSansMedium-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d670c4fbc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3d670c4fbc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3d670c4fbcd_0_9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2" name="Google Shape;892;g3d670c4fbcd_0_9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3d670c4fbcd_0_9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8" name="Google Shape;898;g3d670c4fbcd_0_9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3d670c4fbcd_0_8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4" name="Google Shape;904;g3d670c4fbcd_0_8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d670c4fbcd_0_9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0" name="Google Shape;910;g3d670c4fbcd_0_9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3d670c4fbcd_0_9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8" name="Google Shape;918;g3d670c4fbcd_0_9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2">
  <p:cSld name="BLANK_2">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1" name="Google Shape;11;p2"/>
          <p:cNvSpPr/>
          <p:nvPr/>
        </p:nvSpPr>
        <p:spPr>
          <a:xfrm rot="-900003">
            <a:off x="2618331" y="-723216"/>
            <a:ext cx="4001240" cy="1687704"/>
          </a:xfrm>
          <a:prstGeom prst="chord">
            <a:avLst>
              <a:gd fmla="val 694140" name="adj1"/>
              <a:gd fmla="val 11948531"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 name="Google Shape;12;p2"/>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3" name="Google Shape;13;p2"/>
          <p:cNvSpPr/>
          <p:nvPr/>
        </p:nvSpPr>
        <p:spPr>
          <a:xfrm>
            <a:off x="228600" y="4445350"/>
            <a:ext cx="4823700" cy="2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14" name="Google Shape;14;p2"/>
          <p:cNvGrpSpPr/>
          <p:nvPr/>
        </p:nvGrpSpPr>
        <p:grpSpPr>
          <a:xfrm flipH="1" rot="10800000">
            <a:off x="4395238" y="-11"/>
            <a:ext cx="4748757" cy="2797859"/>
            <a:chOff x="3200875" y="1642950"/>
            <a:chExt cx="5970275" cy="3517550"/>
          </a:xfrm>
        </p:grpSpPr>
        <p:sp>
          <p:nvSpPr>
            <p:cNvPr id="15" name="Google Shape;15;p2"/>
            <p:cNvSpPr/>
            <p:nvPr/>
          </p:nvSpPr>
          <p:spPr>
            <a:xfrm>
              <a:off x="4208325" y="1644500"/>
              <a:ext cx="4962825" cy="3516000"/>
            </a:xfrm>
            <a:custGeom>
              <a:rect b="b" l="l" r="r" t="t"/>
              <a:pathLst>
                <a:path extrusionOk="0" h="140640" w="198513">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16" name="Google Shape;16;p2"/>
            <p:cNvSpPr/>
            <p:nvPr/>
          </p:nvSpPr>
          <p:spPr>
            <a:xfrm>
              <a:off x="3200875" y="1642950"/>
              <a:ext cx="1795975" cy="3517550"/>
            </a:xfrm>
            <a:custGeom>
              <a:rect b="b" l="l" r="r" t="t"/>
              <a:pathLst>
                <a:path extrusionOk="0" h="140702" w="71839">
                  <a:moveTo>
                    <a:pt x="71839" y="0"/>
                  </a:moveTo>
                  <a:lnTo>
                    <a:pt x="40808" y="140702"/>
                  </a:lnTo>
                  <a:lnTo>
                    <a:pt x="0" y="140702"/>
                  </a:lnTo>
                  <a:close/>
                </a:path>
              </a:pathLst>
            </a:custGeom>
            <a:solidFill>
              <a:schemeClr val="accent5"/>
            </a:solidFill>
            <a:ln>
              <a:noFill/>
            </a:ln>
          </p:spPr>
        </p:sp>
      </p:grpSp>
      <p:grpSp>
        <p:nvGrpSpPr>
          <p:cNvPr id="17" name="Google Shape;17;p2"/>
          <p:cNvGrpSpPr/>
          <p:nvPr/>
        </p:nvGrpSpPr>
        <p:grpSpPr>
          <a:xfrm flipH="1">
            <a:off x="6309311" y="2793726"/>
            <a:ext cx="2834695" cy="1890116"/>
            <a:chOff x="312900" y="2793625"/>
            <a:chExt cx="2221200" cy="1481050"/>
          </a:xfrm>
        </p:grpSpPr>
        <p:grpSp>
          <p:nvGrpSpPr>
            <p:cNvPr id="18" name="Google Shape;18;p2"/>
            <p:cNvGrpSpPr/>
            <p:nvPr/>
          </p:nvGrpSpPr>
          <p:grpSpPr>
            <a:xfrm>
              <a:off x="312900" y="2793625"/>
              <a:ext cx="1851000" cy="1481050"/>
              <a:chOff x="461225" y="3249175"/>
              <a:chExt cx="1851000" cy="1481050"/>
            </a:xfrm>
          </p:grpSpPr>
          <p:grpSp>
            <p:nvGrpSpPr>
              <p:cNvPr id="19" name="Google Shape;19;p2"/>
              <p:cNvGrpSpPr/>
              <p:nvPr/>
            </p:nvGrpSpPr>
            <p:grpSpPr>
              <a:xfrm>
                <a:off x="461225" y="3249175"/>
                <a:ext cx="1851000" cy="370200"/>
                <a:chOff x="461225" y="3249175"/>
                <a:chExt cx="1851000" cy="370200"/>
              </a:xfrm>
            </p:grpSpPr>
            <p:sp>
              <p:nvSpPr>
                <p:cNvPr id="20" name="Google Shape;20;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 name="Google Shape;21;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 name="Google Shape;2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 name="Google Shape;23;p2"/>
              <p:cNvGrpSpPr/>
              <p:nvPr/>
            </p:nvGrpSpPr>
            <p:grpSpPr>
              <a:xfrm>
                <a:off x="461225" y="3619500"/>
                <a:ext cx="1480800" cy="370200"/>
                <a:chOff x="461225" y="3249175"/>
                <a:chExt cx="1480800" cy="370200"/>
              </a:xfrm>
            </p:grpSpPr>
            <p:sp>
              <p:nvSpPr>
                <p:cNvPr id="24" name="Google Shape;2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 name="Google Shape;25;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 name="Google Shape;26;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 name="Google Shape;27;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8" name="Google Shape;28;p2"/>
              <p:cNvGrpSpPr/>
              <p:nvPr/>
            </p:nvGrpSpPr>
            <p:grpSpPr>
              <a:xfrm>
                <a:off x="461225" y="3989700"/>
                <a:ext cx="1851000" cy="370200"/>
                <a:chOff x="461225" y="3249175"/>
                <a:chExt cx="1851000" cy="370200"/>
              </a:xfrm>
            </p:grpSpPr>
            <p:sp>
              <p:nvSpPr>
                <p:cNvPr id="29" name="Google Shape;29;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 name="Google Shape;30;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1" name="Google Shape;31;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 name="Google Shape;3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3" name="Google Shape;33;p2"/>
              <p:cNvGrpSpPr/>
              <p:nvPr/>
            </p:nvGrpSpPr>
            <p:grpSpPr>
              <a:xfrm>
                <a:off x="461225" y="4360025"/>
                <a:ext cx="1480800" cy="370200"/>
                <a:chOff x="461225" y="3249175"/>
                <a:chExt cx="1480800" cy="370200"/>
              </a:xfrm>
            </p:grpSpPr>
            <p:sp>
              <p:nvSpPr>
                <p:cNvPr id="34" name="Google Shape;3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 name="Google Shape;35;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6" name="Google Shape;36;p2"/>
            <p:cNvSpPr/>
            <p:nvPr/>
          </p:nvSpPr>
          <p:spPr>
            <a:xfrm>
              <a:off x="2163900" y="390358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37" name="Google Shape;37;p2"/>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3">
    <p:spTree>
      <p:nvGrpSpPr>
        <p:cNvPr id="38" name="Shape 38"/>
        <p:cNvGrpSpPr/>
        <p:nvPr/>
      </p:nvGrpSpPr>
      <p:grpSpPr>
        <a:xfrm>
          <a:off x="0" y="0"/>
          <a:ext cx="0" cy="0"/>
          <a:chOff x="0" y="0"/>
          <a:chExt cx="0" cy="0"/>
        </a:xfrm>
      </p:grpSpPr>
      <p:grpSp>
        <p:nvGrpSpPr>
          <p:cNvPr id="39" name="Google Shape;39;p3"/>
          <p:cNvGrpSpPr/>
          <p:nvPr/>
        </p:nvGrpSpPr>
        <p:grpSpPr>
          <a:xfrm flipH="1">
            <a:off x="6169505" y="2816179"/>
            <a:ext cx="2979740" cy="1986829"/>
            <a:chOff x="312900" y="2793625"/>
            <a:chExt cx="2221200" cy="1481050"/>
          </a:xfrm>
        </p:grpSpPr>
        <p:grpSp>
          <p:nvGrpSpPr>
            <p:cNvPr id="40" name="Google Shape;40;p3"/>
            <p:cNvGrpSpPr/>
            <p:nvPr/>
          </p:nvGrpSpPr>
          <p:grpSpPr>
            <a:xfrm>
              <a:off x="312900" y="2793625"/>
              <a:ext cx="1851000" cy="1481050"/>
              <a:chOff x="461225" y="3249175"/>
              <a:chExt cx="1851000" cy="1481050"/>
            </a:xfrm>
          </p:grpSpPr>
          <p:grpSp>
            <p:nvGrpSpPr>
              <p:cNvPr id="41" name="Google Shape;41;p3"/>
              <p:cNvGrpSpPr/>
              <p:nvPr/>
            </p:nvGrpSpPr>
            <p:grpSpPr>
              <a:xfrm>
                <a:off x="461225" y="3249175"/>
                <a:ext cx="1851000" cy="370200"/>
                <a:chOff x="461225" y="3249175"/>
                <a:chExt cx="1851000" cy="370200"/>
              </a:xfrm>
            </p:grpSpPr>
            <p:sp>
              <p:nvSpPr>
                <p:cNvPr id="42" name="Google Shape;42;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 name="Google Shape;43;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 name="Google Shape;44;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5" name="Google Shape;45;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 name="Google Shape;46;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 name="Google Shape;47;p3"/>
              <p:cNvGrpSpPr/>
              <p:nvPr/>
            </p:nvGrpSpPr>
            <p:grpSpPr>
              <a:xfrm>
                <a:off x="461225" y="3619500"/>
                <a:ext cx="1851000" cy="370200"/>
                <a:chOff x="461225" y="3249175"/>
                <a:chExt cx="1851000" cy="370200"/>
              </a:xfrm>
            </p:grpSpPr>
            <p:sp>
              <p:nvSpPr>
                <p:cNvPr id="48" name="Google Shape;48;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 name="Google Shape;49;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 name="Google Shape;50;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 name="Google Shape;51;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 name="Google Shape;52;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 name="Google Shape;53;p3"/>
              <p:cNvGrpSpPr/>
              <p:nvPr/>
            </p:nvGrpSpPr>
            <p:grpSpPr>
              <a:xfrm>
                <a:off x="461225" y="3989700"/>
                <a:ext cx="1851000" cy="370200"/>
                <a:chOff x="461225" y="3249175"/>
                <a:chExt cx="1851000" cy="370200"/>
              </a:xfrm>
            </p:grpSpPr>
            <p:sp>
              <p:nvSpPr>
                <p:cNvPr id="54" name="Google Shape;54;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 name="Google Shape;55;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 name="Google Shape;56;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 name="Google Shape;57;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 name="Google Shape;58;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9" name="Google Shape;59;p3"/>
              <p:cNvGrpSpPr/>
              <p:nvPr/>
            </p:nvGrpSpPr>
            <p:grpSpPr>
              <a:xfrm>
                <a:off x="461225" y="4360025"/>
                <a:ext cx="1851000" cy="370200"/>
                <a:chOff x="461225" y="3249175"/>
                <a:chExt cx="1851000" cy="370200"/>
              </a:xfrm>
            </p:grpSpPr>
            <p:sp>
              <p:nvSpPr>
                <p:cNvPr id="60" name="Google Shape;60;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 name="Google Shape;61;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 name="Google Shape;62;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 name="Google Shape;63;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4" name="Google Shape;64;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5" name="Google Shape;65;p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 name="Google Shape;66;p3"/>
          <p:cNvSpPr/>
          <p:nvPr/>
        </p:nvSpPr>
        <p:spPr>
          <a:xfrm flipH="1">
            <a:off x="12" y="3308203"/>
            <a:ext cx="9143963" cy="183531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7" name="Google Shape;67;p3"/>
          <p:cNvSpPr/>
          <p:nvPr/>
        </p:nvSpPr>
        <p:spPr>
          <a:xfrm>
            <a:off x="11" y="26114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 name="Google Shape;68;p3"/>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 name="Google Shape;69;p3"/>
          <p:cNvSpPr/>
          <p:nvPr/>
        </p:nvSpPr>
        <p:spPr>
          <a:xfrm flipH="1" rot="-5400000">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 name="Google Shape;70;p3"/>
          <p:cNvSpPr txBox="1"/>
          <p:nvPr>
            <p:ph type="title"/>
          </p:nvPr>
        </p:nvSpPr>
        <p:spPr>
          <a:xfrm>
            <a:off x="115025" y="502775"/>
            <a:ext cx="41838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71" name="Google Shape;71;p3"/>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72" name="Google Shape;72;p3"/>
          <p:cNvSpPr txBox="1"/>
          <p:nvPr>
            <p:ph idx="1" type="body"/>
          </p:nvPr>
        </p:nvSpPr>
        <p:spPr>
          <a:xfrm>
            <a:off x="3511550" y="587150"/>
            <a:ext cx="4371600" cy="25263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92100" lvl="2" marL="1371600">
              <a:lnSpc>
                <a:spcPct val="115000"/>
              </a:lnSpc>
              <a:spcBef>
                <a:spcPts val="800"/>
              </a:spcBef>
              <a:spcAft>
                <a:spcPts val="0"/>
              </a:spcAft>
              <a:buClr>
                <a:schemeClr val="lt1"/>
              </a:buClr>
              <a:buSzPts val="1000"/>
              <a:buFont typeface="Sora"/>
              <a:buChar char="■"/>
              <a:defRPr sz="1000"/>
            </a:lvl3pPr>
            <a:lvl4pPr indent="-292100" lvl="3" marL="1828800">
              <a:lnSpc>
                <a:spcPct val="115000"/>
              </a:lnSpc>
              <a:spcBef>
                <a:spcPts val="80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92100" lvl="8" marL="4114800">
              <a:lnSpc>
                <a:spcPct val="115000"/>
              </a:lnSpc>
              <a:spcBef>
                <a:spcPts val="800"/>
              </a:spcBef>
              <a:spcAft>
                <a:spcPts val="800"/>
              </a:spcAft>
              <a:buClr>
                <a:schemeClr val="lt1"/>
              </a:buClr>
              <a:buSzPts val="1000"/>
              <a:buFont typeface="Sora"/>
              <a:buChar char="■"/>
              <a:defRPr sz="1000"/>
            </a:lvl9pPr>
          </a:lstStyle>
          <a:p/>
        </p:txBody>
      </p:sp>
      <p:sp>
        <p:nvSpPr>
          <p:cNvPr id="73" name="Google Shape;73;p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2">
    <p:spTree>
      <p:nvGrpSpPr>
        <p:cNvPr id="74" name="Shape 74"/>
        <p:cNvGrpSpPr/>
        <p:nvPr/>
      </p:nvGrpSpPr>
      <p:grpSpPr>
        <a:xfrm>
          <a:off x="0" y="0"/>
          <a:ext cx="0" cy="0"/>
          <a:chOff x="0" y="0"/>
          <a:chExt cx="0" cy="0"/>
        </a:xfrm>
      </p:grpSpPr>
      <p:grpSp>
        <p:nvGrpSpPr>
          <p:cNvPr id="75" name="Google Shape;75;p4"/>
          <p:cNvGrpSpPr/>
          <p:nvPr/>
        </p:nvGrpSpPr>
        <p:grpSpPr>
          <a:xfrm flipH="1">
            <a:off x="6169505" y="228779"/>
            <a:ext cx="2979740" cy="1986829"/>
            <a:chOff x="312900" y="2793625"/>
            <a:chExt cx="2221200" cy="1481050"/>
          </a:xfrm>
        </p:grpSpPr>
        <p:grpSp>
          <p:nvGrpSpPr>
            <p:cNvPr id="76" name="Google Shape;76;p4"/>
            <p:cNvGrpSpPr/>
            <p:nvPr/>
          </p:nvGrpSpPr>
          <p:grpSpPr>
            <a:xfrm>
              <a:off x="312900" y="2793625"/>
              <a:ext cx="1851000" cy="1481050"/>
              <a:chOff x="461225" y="3249175"/>
              <a:chExt cx="1851000" cy="1481050"/>
            </a:xfrm>
          </p:grpSpPr>
          <p:grpSp>
            <p:nvGrpSpPr>
              <p:cNvPr id="77" name="Google Shape;77;p4"/>
              <p:cNvGrpSpPr/>
              <p:nvPr/>
            </p:nvGrpSpPr>
            <p:grpSpPr>
              <a:xfrm>
                <a:off x="461225" y="3249175"/>
                <a:ext cx="1851000" cy="370200"/>
                <a:chOff x="461225" y="3249175"/>
                <a:chExt cx="1851000" cy="370200"/>
              </a:xfrm>
            </p:grpSpPr>
            <p:sp>
              <p:nvSpPr>
                <p:cNvPr id="78" name="Google Shape;78;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 name="Google Shape;79;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 name="Google Shape;80;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 name="Google Shape;81;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2" name="Google Shape;82;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3" name="Google Shape;83;p4"/>
              <p:cNvGrpSpPr/>
              <p:nvPr/>
            </p:nvGrpSpPr>
            <p:grpSpPr>
              <a:xfrm>
                <a:off x="461225" y="3619500"/>
                <a:ext cx="1851000" cy="370200"/>
                <a:chOff x="461225" y="3249175"/>
                <a:chExt cx="1851000" cy="370200"/>
              </a:xfrm>
            </p:grpSpPr>
            <p:sp>
              <p:nvSpPr>
                <p:cNvPr id="84" name="Google Shape;84;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5" name="Google Shape;85;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6" name="Google Shape;86;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7" name="Google Shape;87;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 name="Google Shape;88;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9" name="Google Shape;89;p4"/>
              <p:cNvGrpSpPr/>
              <p:nvPr/>
            </p:nvGrpSpPr>
            <p:grpSpPr>
              <a:xfrm>
                <a:off x="461225" y="3989700"/>
                <a:ext cx="1851000" cy="370200"/>
                <a:chOff x="461225" y="3249175"/>
                <a:chExt cx="1851000" cy="370200"/>
              </a:xfrm>
            </p:grpSpPr>
            <p:sp>
              <p:nvSpPr>
                <p:cNvPr id="90" name="Google Shape;90;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 name="Google Shape;91;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2" name="Google Shape;92;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3" name="Google Shape;93;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 name="Google Shape;94;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5" name="Google Shape;95;p4"/>
              <p:cNvGrpSpPr/>
              <p:nvPr/>
            </p:nvGrpSpPr>
            <p:grpSpPr>
              <a:xfrm>
                <a:off x="461225" y="4360025"/>
                <a:ext cx="1851000" cy="370200"/>
                <a:chOff x="461225" y="3249175"/>
                <a:chExt cx="1851000" cy="370200"/>
              </a:xfrm>
            </p:grpSpPr>
            <p:sp>
              <p:nvSpPr>
                <p:cNvPr id="96" name="Google Shape;96;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 name="Google Shape;97;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 name="Google Shape;98;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 name="Google Shape;99;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 name="Google Shape;100;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01" name="Google Shape;101;p4"/>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02" name="Google Shape;102;p4"/>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03" name="Google Shape;103;p4"/>
          <p:cNvSpPr/>
          <p:nvPr/>
        </p:nvSpPr>
        <p:spPr>
          <a:xfrm flipH="1">
            <a:off x="8423546" y="30872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rotWithShape="0" algn="bl" dir="7800000" dist="76200">
              <a:schemeClr val="accent1">
                <a:alpha val="27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 name="Google Shape;104;p4"/>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rotWithShape="0" algn="bl" dir="2700000" dist="28575">
              <a:schemeClr val="accent1">
                <a:alpha val="2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 name="Google Shape;105;p4"/>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rotWithShape="0" algn="bl" dir="5400000" dist="38100">
              <a:schemeClr val="accent3">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 name="Google Shape;106;p4"/>
          <p:cNvSpPr txBox="1"/>
          <p:nvPr>
            <p:ph idx="1" type="body"/>
          </p:nvPr>
        </p:nvSpPr>
        <p:spPr>
          <a:xfrm>
            <a:off x="115025" y="908975"/>
            <a:ext cx="5369100" cy="2478000"/>
          </a:xfrm>
          <a:prstGeom prst="rect">
            <a:avLst/>
          </a:prstGeom>
        </p:spPr>
        <p:txBody>
          <a:bodyPr anchorCtr="0" anchor="t" bIns="91425" lIns="91425" spcFirstLastPara="1" rIns="91425" wrap="square" tIns="0">
            <a:noAutofit/>
          </a:bodyPr>
          <a:lstStyle>
            <a:lvl1pPr indent="-457200" lvl="0" marL="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indent="-457200" lvl="1" marL="914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indent="-457200" lvl="2" marL="1371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indent="-457200" lvl="3" marL="18288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indent="-457200" lvl="4" marL="22860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indent="-457200" lvl="5" marL="2743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indent="-457200" lvl="6" marL="3200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indent="-457200" lvl="7" marL="3657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indent="-457200" lvl="8" marL="41148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p:txBody>
      </p:sp>
      <p:sp>
        <p:nvSpPr>
          <p:cNvPr id="107" name="Google Shape;107;p4"/>
          <p:cNvSpPr txBox="1"/>
          <p:nvPr>
            <p:ph idx="2" type="title"/>
          </p:nvPr>
        </p:nvSpPr>
        <p:spPr>
          <a:xfrm>
            <a:off x="115025" y="502775"/>
            <a:ext cx="4183800" cy="406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p:txBody>
      </p:sp>
      <p:sp>
        <p:nvSpPr>
          <p:cNvPr id="108" name="Google Shape;108;p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
    <p:spTree>
      <p:nvGrpSpPr>
        <p:cNvPr id="109" name="Shape 109"/>
        <p:cNvGrpSpPr/>
        <p:nvPr/>
      </p:nvGrpSpPr>
      <p:grpSpPr>
        <a:xfrm>
          <a:off x="0" y="0"/>
          <a:ext cx="0" cy="0"/>
          <a:chOff x="0" y="0"/>
          <a:chExt cx="0" cy="0"/>
        </a:xfrm>
      </p:grpSpPr>
      <p:grpSp>
        <p:nvGrpSpPr>
          <p:cNvPr id="110" name="Google Shape;110;p5"/>
          <p:cNvGrpSpPr/>
          <p:nvPr/>
        </p:nvGrpSpPr>
        <p:grpSpPr>
          <a:xfrm>
            <a:off x="228600" y="2793625"/>
            <a:ext cx="2221200" cy="1481050"/>
            <a:chOff x="312900" y="2793625"/>
            <a:chExt cx="2221200" cy="1481050"/>
          </a:xfrm>
        </p:grpSpPr>
        <p:grpSp>
          <p:nvGrpSpPr>
            <p:cNvPr id="111" name="Google Shape;111;p5"/>
            <p:cNvGrpSpPr/>
            <p:nvPr/>
          </p:nvGrpSpPr>
          <p:grpSpPr>
            <a:xfrm>
              <a:off x="312900" y="2793625"/>
              <a:ext cx="1851000" cy="1481050"/>
              <a:chOff x="461225" y="3249175"/>
              <a:chExt cx="1851000" cy="1481050"/>
            </a:xfrm>
          </p:grpSpPr>
          <p:grpSp>
            <p:nvGrpSpPr>
              <p:cNvPr id="112" name="Google Shape;112;p5"/>
              <p:cNvGrpSpPr/>
              <p:nvPr/>
            </p:nvGrpSpPr>
            <p:grpSpPr>
              <a:xfrm>
                <a:off x="461225" y="3249175"/>
                <a:ext cx="1851000" cy="370200"/>
                <a:chOff x="461225" y="3249175"/>
                <a:chExt cx="1851000" cy="370200"/>
              </a:xfrm>
            </p:grpSpPr>
            <p:sp>
              <p:nvSpPr>
                <p:cNvPr id="113" name="Google Shape;113;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4" name="Google Shape;114;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 name="Google Shape;115;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6" name="Google Shape;116;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7" name="Google Shape;117;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18" name="Google Shape;118;p5"/>
              <p:cNvGrpSpPr/>
              <p:nvPr/>
            </p:nvGrpSpPr>
            <p:grpSpPr>
              <a:xfrm>
                <a:off x="461225" y="3619500"/>
                <a:ext cx="1851000" cy="370200"/>
                <a:chOff x="461225" y="3249175"/>
                <a:chExt cx="1851000" cy="370200"/>
              </a:xfrm>
            </p:grpSpPr>
            <p:sp>
              <p:nvSpPr>
                <p:cNvPr id="119" name="Google Shape;11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0" name="Google Shape;12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1" name="Google Shape;12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2" name="Google Shape;12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3" name="Google Shape;123;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4" name="Google Shape;124;p5"/>
              <p:cNvGrpSpPr/>
              <p:nvPr/>
            </p:nvGrpSpPr>
            <p:grpSpPr>
              <a:xfrm>
                <a:off x="461225" y="3989700"/>
                <a:ext cx="1851000" cy="370200"/>
                <a:chOff x="461225" y="3249175"/>
                <a:chExt cx="1851000" cy="370200"/>
              </a:xfrm>
            </p:grpSpPr>
            <p:sp>
              <p:nvSpPr>
                <p:cNvPr id="125" name="Google Shape;125;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6" name="Google Shape;126;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7" name="Google Shape;127;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8" name="Google Shape;128;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9" name="Google Shape;129;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0" name="Google Shape;130;p5"/>
              <p:cNvGrpSpPr/>
              <p:nvPr/>
            </p:nvGrpSpPr>
            <p:grpSpPr>
              <a:xfrm>
                <a:off x="461225" y="4360025"/>
                <a:ext cx="1851000" cy="370200"/>
                <a:chOff x="461225" y="3249175"/>
                <a:chExt cx="1851000" cy="370200"/>
              </a:xfrm>
            </p:grpSpPr>
            <p:sp>
              <p:nvSpPr>
                <p:cNvPr id="131" name="Google Shape;131;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2" name="Google Shape;132;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3" name="Google Shape;133;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4" name="Google Shape;134;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5" name="Google Shape;135;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36" name="Google Shape;136;p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7" name="Google Shape;137;p5"/>
          <p:cNvGrpSpPr/>
          <p:nvPr/>
        </p:nvGrpSpPr>
        <p:grpSpPr>
          <a:xfrm>
            <a:off x="7663200" y="-725"/>
            <a:ext cx="1480800" cy="1396025"/>
            <a:chOff x="461225" y="3334200"/>
            <a:chExt cx="1480800" cy="1396025"/>
          </a:xfrm>
        </p:grpSpPr>
        <p:grpSp>
          <p:nvGrpSpPr>
            <p:cNvPr id="138" name="Google Shape;138;p5"/>
            <p:cNvGrpSpPr/>
            <p:nvPr/>
          </p:nvGrpSpPr>
          <p:grpSpPr>
            <a:xfrm>
              <a:off x="461225" y="3334200"/>
              <a:ext cx="1480800" cy="285300"/>
              <a:chOff x="461225" y="3334200"/>
              <a:chExt cx="1480800" cy="285300"/>
            </a:xfrm>
          </p:grpSpPr>
          <p:sp>
            <p:nvSpPr>
              <p:cNvPr id="139" name="Google Shape;139;p5"/>
              <p:cNvSpPr/>
              <p:nvPr/>
            </p:nvSpPr>
            <p:spPr>
              <a:xfrm>
                <a:off x="4612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0" name="Google Shape;140;p5"/>
              <p:cNvSpPr/>
              <p:nvPr/>
            </p:nvSpPr>
            <p:spPr>
              <a:xfrm>
                <a:off x="8314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1" name="Google Shape;141;p5"/>
              <p:cNvSpPr/>
              <p:nvPr/>
            </p:nvSpPr>
            <p:spPr>
              <a:xfrm>
                <a:off x="12016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 name="Google Shape;142;p5"/>
              <p:cNvSpPr/>
              <p:nvPr/>
            </p:nvSpPr>
            <p:spPr>
              <a:xfrm>
                <a:off x="15718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3" name="Google Shape;143;p5"/>
            <p:cNvGrpSpPr/>
            <p:nvPr/>
          </p:nvGrpSpPr>
          <p:grpSpPr>
            <a:xfrm>
              <a:off x="461225" y="3619500"/>
              <a:ext cx="1480800" cy="370200"/>
              <a:chOff x="461225" y="3249175"/>
              <a:chExt cx="1480800" cy="370200"/>
            </a:xfrm>
          </p:grpSpPr>
          <p:sp>
            <p:nvSpPr>
              <p:cNvPr id="144" name="Google Shape;14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 name="Google Shape;14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6" name="Google Shape;14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7" name="Google Shape;14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8" name="Google Shape;148;p5"/>
            <p:cNvGrpSpPr/>
            <p:nvPr/>
          </p:nvGrpSpPr>
          <p:grpSpPr>
            <a:xfrm>
              <a:off x="461225" y="3989700"/>
              <a:ext cx="1480800" cy="370200"/>
              <a:chOff x="461225" y="3249175"/>
              <a:chExt cx="1480800" cy="370200"/>
            </a:xfrm>
          </p:grpSpPr>
          <p:sp>
            <p:nvSpPr>
              <p:cNvPr id="149" name="Google Shape;14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0" name="Google Shape;15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1" name="Google Shape;15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2" name="Google Shape;15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53" name="Google Shape;153;p5"/>
            <p:cNvGrpSpPr/>
            <p:nvPr/>
          </p:nvGrpSpPr>
          <p:grpSpPr>
            <a:xfrm>
              <a:off x="461225" y="4360025"/>
              <a:ext cx="1480800" cy="370200"/>
              <a:chOff x="461225" y="3249175"/>
              <a:chExt cx="1480800" cy="370200"/>
            </a:xfrm>
          </p:grpSpPr>
          <p:sp>
            <p:nvSpPr>
              <p:cNvPr id="154" name="Google Shape;15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5" name="Google Shape;15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6" name="Google Shape;15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7" name="Google Shape;15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grpSp>
        <p:nvGrpSpPr>
          <p:cNvPr id="158" name="Google Shape;158;p5"/>
          <p:cNvGrpSpPr/>
          <p:nvPr/>
        </p:nvGrpSpPr>
        <p:grpSpPr>
          <a:xfrm>
            <a:off x="1843925" y="-725"/>
            <a:ext cx="7300075" cy="5144088"/>
            <a:chOff x="1870575" y="-635"/>
            <a:chExt cx="7300075" cy="5174097"/>
          </a:xfrm>
        </p:grpSpPr>
        <p:sp>
          <p:nvSpPr>
            <p:cNvPr id="159" name="Google Shape;159;p5"/>
            <p:cNvSpPr/>
            <p:nvPr/>
          </p:nvSpPr>
          <p:spPr>
            <a:xfrm>
              <a:off x="1870575" y="-635"/>
              <a:ext cx="7300075" cy="4989625"/>
            </a:xfrm>
            <a:custGeom>
              <a:rect b="b" l="l" r="r" t="t"/>
              <a:pathLst>
                <a:path extrusionOk="0" h="199585" w="292003">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160" name="Google Shape;160;p5"/>
            <p:cNvSpPr/>
            <p:nvPr/>
          </p:nvSpPr>
          <p:spPr>
            <a:xfrm>
              <a:off x="1870575" y="4089437"/>
              <a:ext cx="6285225" cy="1084025"/>
            </a:xfrm>
            <a:custGeom>
              <a:rect b="b" l="l" r="r" t="t"/>
              <a:pathLst>
                <a:path extrusionOk="0" h="43361" w="251409">
                  <a:moveTo>
                    <a:pt x="0" y="0"/>
                  </a:moveTo>
                  <a:lnTo>
                    <a:pt x="6458" y="43361"/>
                  </a:lnTo>
                  <a:lnTo>
                    <a:pt x="251409" y="43361"/>
                  </a:lnTo>
                  <a:lnTo>
                    <a:pt x="250494" y="35931"/>
                  </a:lnTo>
                  <a:close/>
                </a:path>
              </a:pathLst>
            </a:custGeom>
            <a:solidFill>
              <a:schemeClr val="accent5"/>
            </a:solidFill>
            <a:ln>
              <a:noFill/>
            </a:ln>
          </p:spPr>
        </p:sp>
      </p:grpSp>
      <p:sp>
        <p:nvSpPr>
          <p:cNvPr id="161" name="Google Shape;161;p5"/>
          <p:cNvSpPr txBox="1"/>
          <p:nvPr>
            <p:ph idx="1" type="body"/>
          </p:nvPr>
        </p:nvSpPr>
        <p:spPr>
          <a:xfrm>
            <a:off x="4631450" y="2170025"/>
            <a:ext cx="2896200" cy="18876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28600" lvl="2" marL="1371600">
              <a:lnSpc>
                <a:spcPct val="115000"/>
              </a:lnSpc>
              <a:spcBef>
                <a:spcPts val="800"/>
              </a:spcBef>
              <a:spcAft>
                <a:spcPts val="0"/>
              </a:spcAft>
              <a:buNone/>
              <a:defRPr sz="1000"/>
            </a:lvl3pPr>
            <a:lvl4pPr indent="-292100" lvl="3" marL="1828800">
              <a:lnSpc>
                <a:spcPct val="115000"/>
              </a:lnSpc>
              <a:spcBef>
                <a:spcPts val="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28600" lvl="8" marL="4114800">
              <a:lnSpc>
                <a:spcPct val="115000"/>
              </a:lnSpc>
              <a:spcBef>
                <a:spcPts val="800"/>
              </a:spcBef>
              <a:spcAft>
                <a:spcPts val="0"/>
              </a:spcAft>
              <a:buNone/>
              <a:defRPr sz="1000"/>
            </a:lvl9pPr>
          </a:lstStyle>
          <a:p/>
        </p:txBody>
      </p:sp>
      <p:sp>
        <p:nvSpPr>
          <p:cNvPr id="162" name="Google Shape;162;p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63" name="Google Shape;163;p5"/>
          <p:cNvSpPr txBox="1"/>
          <p:nvPr>
            <p:ph idx="2" type="body"/>
          </p:nvPr>
        </p:nvSpPr>
        <p:spPr>
          <a:xfrm>
            <a:off x="4631450" y="827575"/>
            <a:ext cx="2896200" cy="1200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164" name="Google Shape;164;p5"/>
          <p:cNvSpPr txBox="1"/>
          <p:nvPr>
            <p:ph idx="3" type="title"/>
          </p:nvPr>
        </p:nvSpPr>
        <p:spPr>
          <a:xfrm>
            <a:off x="115025" y="502775"/>
            <a:ext cx="39054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65" name="Google Shape;165;p5"/>
          <p:cNvSpPr txBox="1"/>
          <p:nvPr>
            <p:ph idx="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BLANK_1_1_1_1_2">
    <p:bg>
      <p:bgPr>
        <a:solidFill>
          <a:schemeClr val="lt1"/>
        </a:solidFill>
      </p:bgPr>
    </p:bg>
    <p:spTree>
      <p:nvGrpSpPr>
        <p:cNvPr id="166" name="Shape 166"/>
        <p:cNvGrpSpPr/>
        <p:nvPr/>
      </p:nvGrpSpPr>
      <p:grpSpPr>
        <a:xfrm>
          <a:off x="0" y="0"/>
          <a:ext cx="0" cy="0"/>
          <a:chOff x="0" y="0"/>
          <a:chExt cx="0" cy="0"/>
        </a:xfrm>
      </p:grpSpPr>
      <p:sp>
        <p:nvSpPr>
          <p:cNvPr id="167" name="Google Shape;167;p6"/>
          <p:cNvSpPr/>
          <p:nvPr/>
        </p:nvSpPr>
        <p:spPr>
          <a:xfrm flipH="1" rot="10800000">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 name="Google Shape;168;p6"/>
          <p:cNvSpPr/>
          <p:nvPr/>
        </p:nvSpPr>
        <p:spPr>
          <a:xfrm flipH="1" rot="10800000">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9" name="Google Shape;169;p6"/>
          <p:cNvSpPr/>
          <p:nvPr/>
        </p:nvSpPr>
        <p:spPr>
          <a:xfrm flipH="1" rot="10800000">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0" name="Google Shape;170;p6"/>
          <p:cNvSpPr/>
          <p:nvPr/>
        </p:nvSpPr>
        <p:spPr>
          <a:xfrm flipH="1" rot="10800000">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1" name="Google Shape;171;p6"/>
          <p:cNvSpPr txBox="1"/>
          <p:nvPr>
            <p:ph type="title"/>
          </p:nvPr>
        </p:nvSpPr>
        <p:spPr>
          <a:xfrm>
            <a:off x="91950" y="292050"/>
            <a:ext cx="4390500" cy="1603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p:txBody>
      </p:sp>
      <p:sp>
        <p:nvSpPr>
          <p:cNvPr id="172" name="Google Shape;172;p6"/>
          <p:cNvSpPr/>
          <p:nvPr>
            <p:ph idx="2" type="pic"/>
          </p:nvPr>
        </p:nvSpPr>
        <p:spPr>
          <a:xfrm>
            <a:off x="225300" y="3132125"/>
            <a:ext cx="1849800" cy="1770300"/>
          </a:xfrm>
          <a:prstGeom prst="rect">
            <a:avLst/>
          </a:prstGeom>
          <a:noFill/>
          <a:ln>
            <a:noFill/>
          </a:ln>
        </p:spPr>
      </p:sp>
      <p:sp>
        <p:nvSpPr>
          <p:cNvPr id="173" name="Google Shape;173;p6"/>
          <p:cNvSpPr/>
          <p:nvPr>
            <p:ph idx="3" type="pic"/>
          </p:nvPr>
        </p:nvSpPr>
        <p:spPr>
          <a:xfrm>
            <a:off x="5262525" y="228600"/>
            <a:ext cx="1865100" cy="1790100"/>
          </a:xfrm>
          <a:prstGeom prst="rect">
            <a:avLst/>
          </a:prstGeom>
          <a:noFill/>
          <a:ln>
            <a:noFill/>
          </a:ln>
        </p:spPr>
      </p:sp>
      <p:sp>
        <p:nvSpPr>
          <p:cNvPr id="174" name="Google Shape;174;p6"/>
          <p:cNvSpPr/>
          <p:nvPr>
            <p:ph idx="4" type="pic"/>
          </p:nvPr>
        </p:nvSpPr>
        <p:spPr>
          <a:xfrm>
            <a:off x="7281675" y="228600"/>
            <a:ext cx="1849800" cy="1790100"/>
          </a:xfrm>
          <a:prstGeom prst="rect">
            <a:avLst/>
          </a:prstGeom>
          <a:noFill/>
          <a:ln>
            <a:noFill/>
          </a:ln>
        </p:spPr>
      </p:sp>
      <p:sp>
        <p:nvSpPr>
          <p:cNvPr id="175" name="Google Shape;175;p6"/>
          <p:cNvSpPr txBox="1"/>
          <p:nvPr>
            <p:ph idx="1" type="subTitle"/>
          </p:nvPr>
        </p:nvSpPr>
        <p:spPr>
          <a:xfrm>
            <a:off x="526252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6" name="Google Shape;176;p6"/>
          <p:cNvSpPr txBox="1"/>
          <p:nvPr>
            <p:ph idx="5" type="subTitle"/>
          </p:nvPr>
        </p:nvSpPr>
        <p:spPr>
          <a:xfrm>
            <a:off x="728167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7" name="Google Shape;177;p6"/>
          <p:cNvSpPr txBox="1"/>
          <p:nvPr>
            <p:ph idx="6"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78" name="Google Shape;178;p6"/>
          <p:cNvSpPr txBox="1"/>
          <p:nvPr>
            <p:ph idx="7" type="title"/>
          </p:nvPr>
        </p:nvSpPr>
        <p:spPr>
          <a:xfrm>
            <a:off x="7420225" y="4723025"/>
            <a:ext cx="1583400" cy="189300"/>
          </a:xfrm>
          <a:prstGeom prst="rect">
            <a:avLst/>
          </a:prstGeom>
        </p:spPr>
        <p:txBody>
          <a:bodyPr anchorCtr="0" anchor="b" bIns="0" lIns="182875" spcFirstLastPara="1" rIns="91425" wrap="square" tIns="91425">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
        <p:nvSpPr>
          <p:cNvPr id="179" name="Google Shape;179;p6"/>
          <p:cNvSpPr txBox="1"/>
          <p:nvPr>
            <p:ph idx="8" type="subTitle"/>
          </p:nvPr>
        </p:nvSpPr>
        <p:spPr>
          <a:xfrm>
            <a:off x="2216381" y="3132125"/>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180" name="Google Shape;180;p6"/>
          <p:cNvGrpSpPr/>
          <p:nvPr/>
        </p:nvGrpSpPr>
        <p:grpSpPr>
          <a:xfrm>
            <a:off x="4308382" y="2704009"/>
            <a:ext cx="4833127" cy="2437045"/>
            <a:chOff x="4308382" y="2704009"/>
            <a:chExt cx="4833127" cy="2437045"/>
          </a:xfrm>
        </p:grpSpPr>
        <p:sp>
          <p:nvSpPr>
            <p:cNvPr id="181" name="Google Shape;181;p6"/>
            <p:cNvSpPr/>
            <p:nvPr/>
          </p:nvSpPr>
          <p:spPr>
            <a:xfrm>
              <a:off x="4308382" y="4487840"/>
              <a:ext cx="4833127" cy="653214"/>
            </a:xfrm>
            <a:custGeom>
              <a:rect b="b" l="l" r="r" t="t"/>
              <a:pathLst>
                <a:path extrusionOk="0" h="12128" w="89735">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2" name="Google Shape;182;p6"/>
            <p:cNvSpPr/>
            <p:nvPr/>
          </p:nvSpPr>
          <p:spPr>
            <a:xfrm>
              <a:off x="4308382" y="3740892"/>
              <a:ext cx="4833127" cy="741006"/>
            </a:xfrm>
            <a:custGeom>
              <a:rect b="b" l="l" r="r" t="t"/>
              <a:pathLst>
                <a:path extrusionOk="0" h="13758" w="89735">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3" name="Google Shape;183;p6"/>
            <p:cNvSpPr/>
            <p:nvPr/>
          </p:nvSpPr>
          <p:spPr>
            <a:xfrm>
              <a:off x="4308382" y="2704009"/>
              <a:ext cx="4833127" cy="1032065"/>
            </a:xfrm>
            <a:custGeom>
              <a:rect b="b" l="l" r="r" t="t"/>
              <a:pathLst>
                <a:path extrusionOk="0" h="19162" w="89735">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1">
  <p:cSld name="BLANK_1_1_1_1_1_1_1">
    <p:spTree>
      <p:nvGrpSpPr>
        <p:cNvPr id="184" name="Shape 184"/>
        <p:cNvGrpSpPr/>
        <p:nvPr/>
      </p:nvGrpSpPr>
      <p:grpSpPr>
        <a:xfrm>
          <a:off x="0" y="0"/>
          <a:ext cx="0" cy="0"/>
          <a:chOff x="0" y="0"/>
          <a:chExt cx="0" cy="0"/>
        </a:xfrm>
      </p:grpSpPr>
      <p:sp>
        <p:nvSpPr>
          <p:cNvPr id="185" name="Google Shape;185;p7"/>
          <p:cNvSpPr/>
          <p:nvPr/>
        </p:nvSpPr>
        <p:spPr>
          <a:xfrm>
            <a:off x="6519500" y="2216800"/>
            <a:ext cx="4728600" cy="1604700"/>
          </a:xfrm>
          <a:prstGeom prst="chord">
            <a:avLst>
              <a:gd fmla="val 4346562" name="adj1"/>
              <a:gd fmla="val 1725432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6" name="Google Shape;186;p7"/>
          <p:cNvSpPr/>
          <p:nvPr/>
        </p:nvSpPr>
        <p:spPr>
          <a:xfrm rot="1800032">
            <a:off x="6670150" y="2309109"/>
            <a:ext cx="4728524" cy="1869582"/>
          </a:xfrm>
          <a:prstGeom prst="chord">
            <a:avLst>
              <a:gd fmla="val 3282930" name="adj1"/>
              <a:gd fmla="val 14744228"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7" name="Google Shape;187;p7"/>
          <p:cNvSpPr/>
          <p:nvPr/>
        </p:nvSpPr>
        <p:spPr>
          <a:xfrm>
            <a:off x="6008850" y="3120100"/>
            <a:ext cx="3135148" cy="202339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8" name="Google Shape;188;p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89" name="Google Shape;189;p7"/>
          <p:cNvSpPr txBox="1"/>
          <p:nvPr>
            <p:ph idx="2" type="title"/>
          </p:nvPr>
        </p:nvSpPr>
        <p:spPr>
          <a:xfrm>
            <a:off x="115025" y="406250"/>
            <a:ext cx="6507000" cy="2656800"/>
          </a:xfrm>
          <a:prstGeom prst="rect">
            <a:avLst/>
          </a:prstGeom>
        </p:spPr>
        <p:txBody>
          <a:bodyPr anchorCtr="0" anchor="t" bIns="91425" lIns="91425" spcFirstLastPara="1" rIns="91425" wrap="square" tIns="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p:txBody>
      </p:sp>
      <p:sp>
        <p:nvSpPr>
          <p:cNvPr id="190" name="Google Shape;190;p7"/>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191" name="Google Shape;191;p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2">
  <p:cSld name="BLANK_1_1_1_1_1_1_1_2">
    <p:spTree>
      <p:nvGrpSpPr>
        <p:cNvPr id="192" name="Shape 192"/>
        <p:cNvGrpSpPr/>
        <p:nvPr/>
      </p:nvGrpSpPr>
      <p:grpSpPr>
        <a:xfrm>
          <a:off x="0" y="0"/>
          <a:ext cx="0" cy="0"/>
          <a:chOff x="0" y="0"/>
          <a:chExt cx="0" cy="0"/>
        </a:xfrm>
      </p:grpSpPr>
      <p:sp>
        <p:nvSpPr>
          <p:cNvPr id="193" name="Google Shape;193;p8"/>
          <p:cNvSpPr/>
          <p:nvPr/>
        </p:nvSpPr>
        <p:spPr>
          <a:xfrm>
            <a:off x="5861425" y="3065475"/>
            <a:ext cx="3282600" cy="2078950"/>
          </a:xfrm>
          <a:custGeom>
            <a:rect b="b" l="l" r="r" t="t"/>
            <a:pathLst>
              <a:path extrusionOk="0" h="83158" w="131304">
                <a:moveTo>
                  <a:pt x="131286" y="0"/>
                </a:moveTo>
                <a:lnTo>
                  <a:pt x="131304" y="83132"/>
                </a:lnTo>
                <a:lnTo>
                  <a:pt x="0" y="83158"/>
                </a:lnTo>
                <a:lnTo>
                  <a:pt x="55816" y="4343"/>
                </a:lnTo>
                <a:close/>
              </a:path>
            </a:pathLst>
          </a:custGeom>
          <a:solidFill>
            <a:schemeClr val="accent5"/>
          </a:solidFill>
          <a:ln>
            <a:noFill/>
          </a:ln>
        </p:spPr>
      </p:sp>
      <p:sp>
        <p:nvSpPr>
          <p:cNvPr id="194" name="Google Shape;194;p8"/>
          <p:cNvSpPr/>
          <p:nvPr/>
        </p:nvSpPr>
        <p:spPr>
          <a:xfrm>
            <a:off x="6818025" y="1675"/>
            <a:ext cx="2326300" cy="3183925"/>
          </a:xfrm>
          <a:custGeom>
            <a:rect b="b" l="l" r="r" t="t"/>
            <a:pathLst>
              <a:path extrusionOk="0" h="127357" w="93052">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195" name="Google Shape;195;p8"/>
          <p:cNvGrpSpPr/>
          <p:nvPr/>
        </p:nvGrpSpPr>
        <p:grpSpPr>
          <a:xfrm>
            <a:off x="25" y="4625"/>
            <a:ext cx="2329791" cy="795413"/>
            <a:chOff x="21" y="-511"/>
            <a:chExt cx="2329791" cy="800617"/>
          </a:xfrm>
        </p:grpSpPr>
        <p:grpSp>
          <p:nvGrpSpPr>
            <p:cNvPr id="196" name="Google Shape;196;p8"/>
            <p:cNvGrpSpPr/>
            <p:nvPr/>
          </p:nvGrpSpPr>
          <p:grpSpPr>
            <a:xfrm flipH="1" rot="10800000">
              <a:off x="25" y="392516"/>
              <a:ext cx="1927788" cy="407590"/>
              <a:chOff x="537425" y="3249175"/>
              <a:chExt cx="1774800" cy="370200"/>
            </a:xfrm>
          </p:grpSpPr>
          <p:sp>
            <p:nvSpPr>
              <p:cNvPr id="197" name="Google Shape;197;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8" name="Google Shape;198;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9" name="Google Shape;199;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0" name="Google Shape;200;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1" name="Google Shape;201;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02" name="Google Shape;202;p8"/>
            <p:cNvGrpSpPr/>
            <p:nvPr/>
          </p:nvGrpSpPr>
          <p:grpSpPr>
            <a:xfrm flipH="1" rot="10800000">
              <a:off x="21" y="-511"/>
              <a:ext cx="1927788" cy="393115"/>
              <a:chOff x="537425" y="3249175"/>
              <a:chExt cx="1774800" cy="370200"/>
            </a:xfrm>
          </p:grpSpPr>
          <p:sp>
            <p:nvSpPr>
              <p:cNvPr id="203" name="Google Shape;203;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4" name="Google Shape;204;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5" name="Google Shape;205;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6" name="Google Shape;206;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7" name="Google Shape;207;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8" name="Google Shape;208;p8"/>
            <p:cNvSpPr/>
            <p:nvPr/>
          </p:nvSpPr>
          <p:spPr>
            <a:xfrm flipH="1" rot="10800000">
              <a:off x="1927813" y="392406"/>
              <a:ext cx="402000" cy="40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9" name="Google Shape;209;p8"/>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p:txBody>
      </p:sp>
      <p:sp>
        <p:nvSpPr>
          <p:cNvPr id="210" name="Google Shape;210;p8"/>
          <p:cNvSpPr/>
          <p:nvPr/>
        </p:nvSpPr>
        <p:spPr>
          <a:xfrm rot="386111">
            <a:off x="5422314" y="2861786"/>
            <a:ext cx="5875319" cy="1732905"/>
          </a:xfrm>
          <a:prstGeom prst="chord">
            <a:avLst>
              <a:gd fmla="val 2600939" name="adj1"/>
              <a:gd fmla="val 1856118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1" name="Google Shape;211;p8"/>
          <p:cNvSpPr/>
          <p:nvPr/>
        </p:nvSpPr>
        <p:spPr>
          <a:xfrm rot="1800094">
            <a:off x="5534438" y="2649896"/>
            <a:ext cx="4427191" cy="1750358"/>
          </a:xfrm>
          <a:prstGeom prst="chord">
            <a:avLst>
              <a:gd fmla="val 837048" name="adj1"/>
              <a:gd fmla="val 1966528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2" name="Google Shape;212;p8"/>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13" name="Google Shape;213;p8"/>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14" name="Google Shape;214;p8"/>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_1_10">
    <p:spTree>
      <p:nvGrpSpPr>
        <p:cNvPr id="215" name="Shape 215"/>
        <p:cNvGrpSpPr/>
        <p:nvPr/>
      </p:nvGrpSpPr>
      <p:grpSpPr>
        <a:xfrm>
          <a:off x="0" y="0"/>
          <a:ext cx="0" cy="0"/>
          <a:chOff x="0" y="0"/>
          <a:chExt cx="0" cy="0"/>
        </a:xfrm>
      </p:grpSpPr>
      <p:sp>
        <p:nvSpPr>
          <p:cNvPr id="216" name="Google Shape;216;p9"/>
          <p:cNvSpPr/>
          <p:nvPr/>
        </p:nvSpPr>
        <p:spPr>
          <a:xfrm flipH="1" rot="-900031">
            <a:off x="1792020" y="1182391"/>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7" name="Google Shape;217;p9"/>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8" name="Google Shape;218;p9"/>
          <p:cNvSpPr txBox="1"/>
          <p:nvPr>
            <p:ph idx="1" type="body"/>
          </p:nvPr>
        </p:nvSpPr>
        <p:spPr>
          <a:xfrm>
            <a:off x="2351750" y="3857450"/>
            <a:ext cx="4346700" cy="4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a:lvl1pPr>
            <a:lvl2pPr indent="-304800" lvl="1" marL="914400">
              <a:spcBef>
                <a:spcPts val="0"/>
              </a:spcBef>
              <a:spcAft>
                <a:spcPts val="0"/>
              </a:spcAft>
              <a:buClr>
                <a:schemeClr val="lt1"/>
              </a:buClr>
              <a:buSzPts val="1200"/>
              <a:buFont typeface="Sora"/>
              <a:buChar char="○"/>
              <a:defRPr/>
            </a:lvl2pPr>
            <a:lvl3pPr indent="-304800" lvl="2" marL="1371600">
              <a:spcBef>
                <a:spcPts val="0"/>
              </a:spcBef>
              <a:spcAft>
                <a:spcPts val="0"/>
              </a:spcAft>
              <a:buClr>
                <a:schemeClr val="lt1"/>
              </a:buClr>
              <a:buSzPts val="1200"/>
              <a:buFont typeface="Sora"/>
              <a:buChar char="■"/>
              <a:defRPr/>
            </a:lvl3pPr>
            <a:lvl4pPr indent="-304800" lvl="3" marL="1828800">
              <a:spcBef>
                <a:spcPts val="0"/>
              </a:spcBef>
              <a:spcAft>
                <a:spcPts val="0"/>
              </a:spcAft>
              <a:buClr>
                <a:schemeClr val="lt1"/>
              </a:buClr>
              <a:buSzPts val="1200"/>
              <a:buFont typeface="Sora"/>
              <a:buChar char="●"/>
              <a:defRPr/>
            </a:lvl4pPr>
            <a:lvl5pPr indent="-304800" lvl="4" marL="2286000">
              <a:spcBef>
                <a:spcPts val="0"/>
              </a:spcBef>
              <a:spcAft>
                <a:spcPts val="0"/>
              </a:spcAft>
              <a:buClr>
                <a:schemeClr val="lt1"/>
              </a:buClr>
              <a:buSzPts val="1200"/>
              <a:buFont typeface="Sora"/>
              <a:buChar char="○"/>
              <a:defRPr/>
            </a:lvl5pPr>
            <a:lvl6pPr indent="-304800" lvl="5" marL="2743200">
              <a:spcBef>
                <a:spcPts val="0"/>
              </a:spcBef>
              <a:spcAft>
                <a:spcPts val="0"/>
              </a:spcAft>
              <a:buClr>
                <a:schemeClr val="lt1"/>
              </a:buClr>
              <a:buSzPts val="1200"/>
              <a:buFont typeface="Sora"/>
              <a:buChar char="■"/>
              <a:defRPr/>
            </a:lvl6pPr>
            <a:lvl7pPr indent="-304800" lvl="6" marL="3200400">
              <a:spcBef>
                <a:spcPts val="0"/>
              </a:spcBef>
              <a:spcAft>
                <a:spcPts val="0"/>
              </a:spcAft>
              <a:buClr>
                <a:schemeClr val="lt1"/>
              </a:buClr>
              <a:buSzPts val="1200"/>
              <a:buFont typeface="Sora"/>
              <a:buChar char="●"/>
              <a:defRPr/>
            </a:lvl7pPr>
            <a:lvl8pPr indent="-304800" lvl="7" marL="3657600">
              <a:spcBef>
                <a:spcPts val="0"/>
              </a:spcBef>
              <a:spcAft>
                <a:spcPts val="0"/>
              </a:spcAft>
              <a:buClr>
                <a:schemeClr val="lt1"/>
              </a:buClr>
              <a:buSzPts val="1200"/>
              <a:buFont typeface="Sora"/>
              <a:buChar char="○"/>
              <a:defRPr/>
            </a:lvl8pPr>
            <a:lvl9pPr indent="-304800" lvl="8" marL="4114800">
              <a:spcBef>
                <a:spcPts val="0"/>
              </a:spcBef>
              <a:spcAft>
                <a:spcPts val="0"/>
              </a:spcAft>
              <a:buClr>
                <a:schemeClr val="lt1"/>
              </a:buClr>
              <a:buSzPts val="1200"/>
              <a:buFont typeface="Sora"/>
              <a:buChar char="■"/>
              <a:defRPr/>
            </a:lvl9pPr>
          </a:lstStyle>
          <a:p/>
        </p:txBody>
      </p:sp>
      <p:sp>
        <p:nvSpPr>
          <p:cNvPr id="219" name="Google Shape;219;p9"/>
          <p:cNvSpPr txBox="1"/>
          <p:nvPr>
            <p:ph hasCustomPrompt="1" type="title"/>
          </p:nvPr>
        </p:nvSpPr>
        <p:spPr>
          <a:xfrm>
            <a:off x="2662050" y="1182350"/>
            <a:ext cx="3819900" cy="19635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220" name="Google Shape;220;p9"/>
          <p:cNvSpPr/>
          <p:nvPr/>
        </p:nvSpPr>
        <p:spPr>
          <a:xfrm flipH="1" rot="900031">
            <a:off x="1791931" y="1182353"/>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1_1_1_1_1_1_9">
    <p:spTree>
      <p:nvGrpSpPr>
        <p:cNvPr id="221" name="Shape 221"/>
        <p:cNvGrpSpPr/>
        <p:nvPr/>
      </p:nvGrpSpPr>
      <p:grpSpPr>
        <a:xfrm>
          <a:off x="0" y="0"/>
          <a:ext cx="0" cy="0"/>
          <a:chOff x="0" y="0"/>
          <a:chExt cx="0" cy="0"/>
        </a:xfrm>
      </p:grpSpPr>
      <p:grpSp>
        <p:nvGrpSpPr>
          <p:cNvPr id="222" name="Google Shape;222;p10"/>
          <p:cNvGrpSpPr/>
          <p:nvPr/>
        </p:nvGrpSpPr>
        <p:grpSpPr>
          <a:xfrm flipH="1">
            <a:off x="3212200" y="0"/>
            <a:ext cx="1851000" cy="1225325"/>
            <a:chOff x="461225" y="3875100"/>
            <a:chExt cx="1851000" cy="1225325"/>
          </a:xfrm>
        </p:grpSpPr>
        <p:grpSp>
          <p:nvGrpSpPr>
            <p:cNvPr id="223" name="Google Shape;223;p10"/>
            <p:cNvGrpSpPr/>
            <p:nvPr/>
          </p:nvGrpSpPr>
          <p:grpSpPr>
            <a:xfrm>
              <a:off x="461225" y="3875100"/>
              <a:ext cx="1851000" cy="114600"/>
              <a:chOff x="461225" y="3504775"/>
              <a:chExt cx="1851000" cy="114600"/>
            </a:xfrm>
          </p:grpSpPr>
          <p:sp>
            <p:nvSpPr>
              <p:cNvPr id="224" name="Google Shape;224;p10"/>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5" name="Google Shape;225;p10"/>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6" name="Google Shape;226;p10"/>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7" name="Google Shape;227;p10"/>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8" name="Google Shape;228;p10"/>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29" name="Google Shape;229;p10"/>
            <p:cNvGrpSpPr/>
            <p:nvPr/>
          </p:nvGrpSpPr>
          <p:grpSpPr>
            <a:xfrm>
              <a:off x="461225" y="3989700"/>
              <a:ext cx="1480800" cy="1110725"/>
              <a:chOff x="461225" y="3249175"/>
              <a:chExt cx="1480800" cy="1110725"/>
            </a:xfrm>
          </p:grpSpPr>
          <p:sp>
            <p:nvSpPr>
              <p:cNvPr id="230" name="Google Shape;230;p10"/>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1" name="Google Shape;231;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2" name="Google Shape;232;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3" name="Google Shape;233;p10"/>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4" name="Google Shape;234;p10"/>
            <p:cNvGrpSpPr/>
            <p:nvPr/>
          </p:nvGrpSpPr>
          <p:grpSpPr>
            <a:xfrm>
              <a:off x="831425" y="4360025"/>
              <a:ext cx="1480800" cy="370200"/>
              <a:chOff x="831425" y="3249175"/>
              <a:chExt cx="1480800" cy="370200"/>
            </a:xfrm>
          </p:grpSpPr>
          <p:sp>
            <p:nvSpPr>
              <p:cNvPr id="235" name="Google Shape;235;p1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6" name="Google Shape;236;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7" name="Google Shape;237;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8" name="Google Shape;238;p1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239" name="Google Shape;239;p10"/>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0" name="Google Shape;240;p10"/>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41" name="Google Shape;241;p10"/>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2">
    <p:spTree>
      <p:nvGrpSpPr>
        <p:cNvPr id="242" name="Shape 242"/>
        <p:cNvGrpSpPr/>
        <p:nvPr/>
      </p:nvGrpSpPr>
      <p:grpSpPr>
        <a:xfrm>
          <a:off x="0" y="0"/>
          <a:ext cx="0" cy="0"/>
          <a:chOff x="0" y="0"/>
          <a:chExt cx="0" cy="0"/>
        </a:xfrm>
      </p:grpSpPr>
      <p:sp>
        <p:nvSpPr>
          <p:cNvPr id="243" name="Google Shape;243;p1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4" name="Google Shape;244;p11"/>
          <p:cNvSpPr txBox="1"/>
          <p:nvPr>
            <p:ph idx="2" type="title"/>
          </p:nvPr>
        </p:nvSpPr>
        <p:spPr>
          <a:xfrm>
            <a:off x="115025" y="502775"/>
            <a:ext cx="54000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grpSp>
        <p:nvGrpSpPr>
          <p:cNvPr id="245" name="Google Shape;245;p11"/>
          <p:cNvGrpSpPr/>
          <p:nvPr/>
        </p:nvGrpSpPr>
        <p:grpSpPr>
          <a:xfrm flipH="1" rot="10800000">
            <a:off x="6179902" y="24"/>
            <a:ext cx="2963226" cy="1495659"/>
            <a:chOff x="4306084" y="2701610"/>
            <a:chExt cx="4837921" cy="2441893"/>
          </a:xfrm>
        </p:grpSpPr>
        <p:sp>
          <p:nvSpPr>
            <p:cNvPr id="246" name="Google Shape;246;p11"/>
            <p:cNvSpPr/>
            <p:nvPr/>
          </p:nvSpPr>
          <p:spPr>
            <a:xfrm>
              <a:off x="4306084" y="4485495"/>
              <a:ext cx="4837921" cy="658008"/>
            </a:xfrm>
            <a:custGeom>
              <a:rect b="b" l="l" r="r" t="t"/>
              <a:pathLst>
                <a:path extrusionOk="0" fill="none" h="12217" w="89824">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7" name="Google Shape;247;p11"/>
            <p:cNvSpPr/>
            <p:nvPr/>
          </p:nvSpPr>
          <p:spPr>
            <a:xfrm>
              <a:off x="4306084" y="3738493"/>
              <a:ext cx="4837921" cy="747038"/>
            </a:xfrm>
            <a:custGeom>
              <a:rect b="b" l="l" r="r" t="t"/>
              <a:pathLst>
                <a:path extrusionOk="0" fill="none" h="13870" w="89824">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8" name="Google Shape;248;p11"/>
            <p:cNvSpPr/>
            <p:nvPr/>
          </p:nvSpPr>
          <p:spPr>
            <a:xfrm>
              <a:off x="4306084" y="2701610"/>
              <a:ext cx="4837921" cy="1036913"/>
            </a:xfrm>
            <a:custGeom>
              <a:rect b="b" l="l" r="r" t="t"/>
              <a:pathLst>
                <a:path extrusionOk="0" fill="none" h="19252" w="89824">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
        <p:nvSpPr>
          <p:cNvPr id="249" name="Google Shape;249;p11"/>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11"/>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1" name="Google Shape;251;p11"/>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 name="Google Shape;252;p11"/>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3" name="Google Shape;253;p11"/>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 name="Google Shape;254;p11"/>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255" name="Google Shape;255;p11"/>
          <p:cNvGrpSpPr/>
          <p:nvPr/>
        </p:nvGrpSpPr>
        <p:grpSpPr>
          <a:xfrm>
            <a:off x="2674998" y="2923250"/>
            <a:ext cx="6470027" cy="2221724"/>
            <a:chOff x="2674998" y="2923250"/>
            <a:chExt cx="6470027" cy="2221724"/>
          </a:xfrm>
        </p:grpSpPr>
        <p:sp>
          <p:nvSpPr>
            <p:cNvPr id="256" name="Google Shape;256;p11"/>
            <p:cNvSpPr/>
            <p:nvPr/>
          </p:nvSpPr>
          <p:spPr>
            <a:xfrm flipH="1">
              <a:off x="2674998" y="2923250"/>
              <a:ext cx="6469577" cy="2221028"/>
            </a:xfrm>
            <a:custGeom>
              <a:rect b="b" l="l" r="r" t="t"/>
              <a:pathLst>
                <a:path extrusionOk="0" h="140705" w="409856">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257" name="Google Shape;257;p11"/>
            <p:cNvSpPr/>
            <p:nvPr/>
          </p:nvSpPr>
          <p:spPr>
            <a:xfrm flipH="1">
              <a:off x="8645446" y="2924025"/>
              <a:ext cx="499579" cy="2220949"/>
            </a:xfrm>
            <a:custGeom>
              <a:rect b="b" l="l" r="r" t="t"/>
              <a:pathLst>
                <a:path extrusionOk="0" h="140700" w="31649">
                  <a:moveTo>
                    <a:pt x="31649" y="0"/>
                  </a:moveTo>
                  <a:lnTo>
                    <a:pt x="0" y="140700"/>
                  </a:lnTo>
                  <a:lnTo>
                    <a:pt x="65" y="53185"/>
                  </a:lnTo>
                  <a:close/>
                </a:path>
              </a:pathLst>
            </a:custGeom>
            <a:solidFill>
              <a:schemeClr val="accent5"/>
            </a:solidFill>
            <a:ln>
              <a:noFill/>
            </a:ln>
          </p:spPr>
        </p:sp>
      </p:grpSp>
      <p:sp>
        <p:nvSpPr>
          <p:cNvPr id="258" name="Google Shape;258;p11"/>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7">
    <p:spTree>
      <p:nvGrpSpPr>
        <p:cNvPr id="259" name="Shape 259"/>
        <p:cNvGrpSpPr/>
        <p:nvPr/>
      </p:nvGrpSpPr>
      <p:grpSpPr>
        <a:xfrm>
          <a:off x="0" y="0"/>
          <a:ext cx="0" cy="0"/>
          <a:chOff x="0" y="0"/>
          <a:chExt cx="0" cy="0"/>
        </a:xfrm>
      </p:grpSpPr>
      <p:sp>
        <p:nvSpPr>
          <p:cNvPr id="260" name="Google Shape;260;p12"/>
          <p:cNvSpPr/>
          <p:nvPr/>
        </p:nvSpPr>
        <p:spPr>
          <a:xfrm>
            <a:off x="5050850" y="3243900"/>
            <a:ext cx="4093093" cy="1899657"/>
          </a:xfrm>
          <a:custGeom>
            <a:rect b="b" l="l" r="r" t="t"/>
            <a:pathLst>
              <a:path extrusionOk="0" fill="none" h="54955" w="115714">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61" name="Google Shape;261;p12"/>
          <p:cNvSpPr/>
          <p:nvPr/>
        </p:nvSpPr>
        <p:spPr>
          <a:xfrm>
            <a:off x="6123025" y="-3887"/>
            <a:ext cx="3022650" cy="837525"/>
          </a:xfrm>
          <a:custGeom>
            <a:rect b="b" l="l" r="r" t="t"/>
            <a:pathLst>
              <a:path extrusionOk="0" h="33501" w="120906">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rotWithShape="0" algn="bl" dir="5700000" dist="219075">
              <a:schemeClr val="lt2">
                <a:alpha val="40000"/>
              </a:schemeClr>
            </a:outerShdw>
          </a:effectLst>
        </p:spPr>
      </p:sp>
      <p:sp>
        <p:nvSpPr>
          <p:cNvPr id="262" name="Google Shape;262;p12"/>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p:txBody>
      </p:sp>
      <p:sp>
        <p:nvSpPr>
          <p:cNvPr id="263" name="Google Shape;263;p12"/>
          <p:cNvSpPr txBox="1"/>
          <p:nvPr>
            <p:ph idx="2" type="title"/>
          </p:nvPr>
        </p:nvSpPr>
        <p:spPr>
          <a:xfrm>
            <a:off x="3820750" y="1526963"/>
            <a:ext cx="2197500" cy="402000"/>
          </a:xfrm>
          <a:prstGeom prst="rect">
            <a:avLst/>
          </a:prstGeom>
        </p:spPr>
        <p:txBody>
          <a:bodyPr anchorCtr="0" anchor="b" bIns="91425" lIns="0"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264" name="Google Shape;264;p12"/>
          <p:cNvSpPr txBox="1"/>
          <p:nvPr>
            <p:ph idx="3" type="title"/>
          </p:nvPr>
        </p:nvSpPr>
        <p:spPr>
          <a:xfrm>
            <a:off x="1129950" y="1992625"/>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5" name="Google Shape;265;p12"/>
          <p:cNvSpPr txBox="1"/>
          <p:nvPr>
            <p:ph idx="4" type="title"/>
          </p:nvPr>
        </p:nvSpPr>
        <p:spPr>
          <a:xfrm>
            <a:off x="1129950" y="2801602"/>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6" name="Google Shape;266;p12"/>
          <p:cNvSpPr txBox="1"/>
          <p:nvPr>
            <p:ph idx="5" type="title"/>
          </p:nvPr>
        </p:nvSpPr>
        <p:spPr>
          <a:xfrm>
            <a:off x="1129950" y="3610580"/>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7" name="Google Shape;267;p12"/>
          <p:cNvSpPr txBox="1"/>
          <p:nvPr>
            <p:ph idx="6" type="title"/>
          </p:nvPr>
        </p:nvSpPr>
        <p:spPr>
          <a:xfrm>
            <a:off x="3820750" y="199262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8" name="Google Shape;268;p12"/>
          <p:cNvSpPr txBox="1"/>
          <p:nvPr>
            <p:ph idx="7" type="title"/>
          </p:nvPr>
        </p:nvSpPr>
        <p:spPr>
          <a:xfrm>
            <a:off x="3820750" y="2801550"/>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9" name="Google Shape;269;p12"/>
          <p:cNvSpPr txBox="1"/>
          <p:nvPr>
            <p:ph idx="8" type="title"/>
          </p:nvPr>
        </p:nvSpPr>
        <p:spPr>
          <a:xfrm>
            <a:off x="3820750" y="361047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70" name="Google Shape;270;p12"/>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71" name="Google Shape;271;p12"/>
          <p:cNvSpPr txBox="1"/>
          <p:nvPr>
            <p:ph idx="13" type="title"/>
          </p:nvPr>
        </p:nvSpPr>
        <p:spPr>
          <a:xfrm>
            <a:off x="115025" y="502775"/>
            <a:ext cx="64404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72" name="Google Shape;272;p12"/>
          <p:cNvSpPr txBox="1"/>
          <p:nvPr>
            <p:ph idx="14" type="title"/>
          </p:nvPr>
        </p:nvSpPr>
        <p:spPr>
          <a:xfrm>
            <a:off x="228600" y="21273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3" name="Google Shape;273;p12"/>
          <p:cNvSpPr txBox="1"/>
          <p:nvPr>
            <p:ph idx="15"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
        <p:nvSpPr>
          <p:cNvPr id="274" name="Google Shape;274;p12"/>
          <p:cNvSpPr txBox="1"/>
          <p:nvPr>
            <p:ph idx="16" type="title"/>
          </p:nvPr>
        </p:nvSpPr>
        <p:spPr>
          <a:xfrm>
            <a:off x="228600" y="29362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5" name="Google Shape;275;p12"/>
          <p:cNvSpPr txBox="1"/>
          <p:nvPr>
            <p:ph idx="17" type="title"/>
          </p:nvPr>
        </p:nvSpPr>
        <p:spPr>
          <a:xfrm>
            <a:off x="228600" y="37451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Tree>
  </p:cSld>
  <p:clrMapOvr>
    <a:masterClrMapping/>
  </p:clrMapOvr>
  <p:extLst>
    <p:ext uri="{DCECCB84-F9BA-43D5-87BE-67443E8EF086}">
      <p15:sldGuideLst>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BLANK_1_1_1_1_1_1_1_1_1_1_7_1">
    <p:spTree>
      <p:nvGrpSpPr>
        <p:cNvPr id="276" name="Shape 276"/>
        <p:cNvGrpSpPr/>
        <p:nvPr/>
      </p:nvGrpSpPr>
      <p:grpSpPr>
        <a:xfrm>
          <a:off x="0" y="0"/>
          <a:ext cx="0" cy="0"/>
          <a:chOff x="0" y="0"/>
          <a:chExt cx="0" cy="0"/>
        </a:xfrm>
      </p:grpSpPr>
      <p:sp>
        <p:nvSpPr>
          <p:cNvPr id="277" name="Google Shape;277;p13"/>
          <p:cNvSpPr/>
          <p:nvPr/>
        </p:nvSpPr>
        <p:spPr>
          <a:xfrm flipH="1" rot="-1079220">
            <a:off x="-2010221" y="4250160"/>
            <a:ext cx="4477637" cy="804981"/>
          </a:xfrm>
          <a:prstGeom prst="chord">
            <a:avLst>
              <a:gd fmla="val 2752926" name="adj1"/>
              <a:gd fmla="val 1719354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78" name="Google Shape;278;p13"/>
          <p:cNvGrpSpPr/>
          <p:nvPr/>
        </p:nvGrpSpPr>
        <p:grpSpPr>
          <a:xfrm rot="-5400000">
            <a:off x="4030013" y="41713"/>
            <a:ext cx="1026300" cy="9201675"/>
            <a:chOff x="670045" y="-5692564"/>
            <a:chExt cx="1026300" cy="9201675"/>
          </a:xfrm>
        </p:grpSpPr>
        <p:sp>
          <p:nvSpPr>
            <p:cNvPr id="279" name="Google Shape;279;p13"/>
            <p:cNvSpPr/>
            <p:nvPr/>
          </p:nvSpPr>
          <p:spPr>
            <a:xfrm>
              <a:off x="675320" y="-5692564"/>
              <a:ext cx="1010925" cy="7239975"/>
            </a:xfrm>
            <a:custGeom>
              <a:rect b="b" l="l" r="r" t="t"/>
              <a:pathLst>
                <a:path extrusionOk="0" h="289599" w="40437">
                  <a:moveTo>
                    <a:pt x="40437" y="287489"/>
                  </a:moveTo>
                  <a:lnTo>
                    <a:pt x="0" y="0"/>
                  </a:lnTo>
                  <a:lnTo>
                    <a:pt x="242" y="276278"/>
                  </a:lnTo>
                  <a:lnTo>
                    <a:pt x="238" y="289599"/>
                  </a:lnTo>
                  <a:close/>
                </a:path>
              </a:pathLst>
            </a:custGeom>
            <a:solidFill>
              <a:schemeClr val="lt1"/>
            </a:solidFill>
            <a:ln>
              <a:noFill/>
            </a:ln>
          </p:spPr>
        </p:sp>
        <p:sp>
          <p:nvSpPr>
            <p:cNvPr id="280" name="Google Shape;280;p13"/>
            <p:cNvSpPr/>
            <p:nvPr/>
          </p:nvSpPr>
          <p:spPr>
            <a:xfrm>
              <a:off x="670045" y="1494661"/>
              <a:ext cx="1026300" cy="2014450"/>
            </a:xfrm>
            <a:custGeom>
              <a:rect b="b" l="l" r="r" t="t"/>
              <a:pathLst>
                <a:path extrusionOk="0" h="80578" w="41052">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281" name="Google Shape;281;p13"/>
          <p:cNvSpPr txBox="1"/>
          <p:nvPr>
            <p:ph type="title"/>
          </p:nvPr>
        </p:nvSpPr>
        <p:spPr>
          <a:xfrm>
            <a:off x="37200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p:txBody>
      </p:sp>
      <p:sp>
        <p:nvSpPr>
          <p:cNvPr id="282" name="Google Shape;282;p13"/>
          <p:cNvSpPr txBox="1"/>
          <p:nvPr>
            <p:ph idx="2" type="title"/>
          </p:nvPr>
        </p:nvSpPr>
        <p:spPr>
          <a:xfrm>
            <a:off x="71489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3" name="Google Shape;283;p13"/>
          <p:cNvSpPr txBox="1"/>
          <p:nvPr>
            <p:ph idx="3" type="title"/>
          </p:nvPr>
        </p:nvSpPr>
        <p:spPr>
          <a:xfrm>
            <a:off x="543447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4" name="Google Shape;284;p13"/>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5" name="Google Shape;285;p13"/>
          <p:cNvSpPr txBox="1"/>
          <p:nvPr>
            <p:ph idx="5" type="title"/>
          </p:nvPr>
        </p:nvSpPr>
        <p:spPr>
          <a:xfrm>
            <a:off x="108300" y="1168075"/>
            <a:ext cx="3544500" cy="2275200"/>
          </a:xfrm>
          <a:prstGeom prst="rect">
            <a:avLst/>
          </a:prstGeom>
        </p:spPr>
        <p:txBody>
          <a:bodyPr anchorCtr="0" anchor="t" bIns="91425" lIns="91425" spcFirstLastPara="1" rIns="91425" wrap="square" tIns="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p:txBody>
      </p:sp>
      <p:sp>
        <p:nvSpPr>
          <p:cNvPr id="286" name="Google Shape;286;p13"/>
          <p:cNvSpPr txBox="1"/>
          <p:nvPr>
            <p:ph idx="6" type="title"/>
          </p:nvPr>
        </p:nvSpPr>
        <p:spPr>
          <a:xfrm>
            <a:off x="3720025" y="1287875"/>
            <a:ext cx="4295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p:txBody>
      </p:sp>
      <p:sp>
        <p:nvSpPr>
          <p:cNvPr id="287" name="Google Shape;287;p13"/>
          <p:cNvSpPr txBox="1"/>
          <p:nvPr>
            <p:ph idx="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1_1_1_1_1_6">
    <p:spTree>
      <p:nvGrpSpPr>
        <p:cNvPr id="288" name="Shape 288"/>
        <p:cNvGrpSpPr/>
        <p:nvPr/>
      </p:nvGrpSpPr>
      <p:grpSpPr>
        <a:xfrm>
          <a:off x="0" y="0"/>
          <a:ext cx="0" cy="0"/>
          <a:chOff x="0" y="0"/>
          <a:chExt cx="0" cy="0"/>
        </a:xfrm>
      </p:grpSpPr>
      <p:sp>
        <p:nvSpPr>
          <p:cNvPr id="289" name="Google Shape;289;p14"/>
          <p:cNvSpPr/>
          <p:nvPr/>
        </p:nvSpPr>
        <p:spPr>
          <a:xfrm rot="35689">
            <a:off x="3842097" y="2193145"/>
            <a:ext cx="4854862" cy="198250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0" name="Google Shape;290;p14"/>
          <p:cNvSpPr/>
          <p:nvPr/>
        </p:nvSpPr>
        <p:spPr>
          <a:xfrm rot="-1029644">
            <a:off x="3491561" y="2543266"/>
            <a:ext cx="5708121" cy="1598166"/>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91" name="Google Shape;291;p14"/>
          <p:cNvGrpSpPr/>
          <p:nvPr/>
        </p:nvGrpSpPr>
        <p:grpSpPr>
          <a:xfrm rot="10800000">
            <a:off x="9" y="0"/>
            <a:ext cx="1889320" cy="1499480"/>
            <a:chOff x="461225" y="3249175"/>
            <a:chExt cx="1399496" cy="1110726"/>
          </a:xfrm>
        </p:grpSpPr>
        <p:grpSp>
          <p:nvGrpSpPr>
            <p:cNvPr id="292" name="Google Shape;292;p14"/>
            <p:cNvGrpSpPr/>
            <p:nvPr/>
          </p:nvGrpSpPr>
          <p:grpSpPr>
            <a:xfrm>
              <a:off x="461225" y="3249175"/>
              <a:ext cx="1399496" cy="370204"/>
              <a:chOff x="461225" y="3249175"/>
              <a:chExt cx="1399496" cy="370204"/>
            </a:xfrm>
          </p:grpSpPr>
          <p:sp>
            <p:nvSpPr>
              <p:cNvPr id="293" name="Google Shape;29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4" name="Google Shape;29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5" name="Google Shape;29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6" name="Google Shape;296;p14"/>
              <p:cNvSpPr/>
              <p:nvPr/>
            </p:nvSpPr>
            <p:spPr>
              <a:xfrm>
                <a:off x="1571821" y="3249179"/>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97" name="Google Shape;297;p14"/>
            <p:cNvGrpSpPr/>
            <p:nvPr/>
          </p:nvGrpSpPr>
          <p:grpSpPr>
            <a:xfrm>
              <a:off x="461225" y="3619500"/>
              <a:ext cx="1399496" cy="370202"/>
              <a:chOff x="461225" y="3249175"/>
              <a:chExt cx="1399496" cy="370202"/>
            </a:xfrm>
          </p:grpSpPr>
          <p:sp>
            <p:nvSpPr>
              <p:cNvPr id="298" name="Google Shape;298;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9" name="Google Shape;299;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0" name="Google Shape;300;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1" name="Google Shape;301;p14"/>
              <p:cNvSpPr/>
              <p:nvPr/>
            </p:nvSpPr>
            <p:spPr>
              <a:xfrm>
                <a:off x="1571821" y="3249177"/>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02" name="Google Shape;302;p14"/>
            <p:cNvGrpSpPr/>
            <p:nvPr/>
          </p:nvGrpSpPr>
          <p:grpSpPr>
            <a:xfrm>
              <a:off x="461225" y="3989700"/>
              <a:ext cx="1399496" cy="370201"/>
              <a:chOff x="461225" y="3249175"/>
              <a:chExt cx="1399496" cy="370201"/>
            </a:xfrm>
          </p:grpSpPr>
          <p:sp>
            <p:nvSpPr>
              <p:cNvPr id="303" name="Google Shape;30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4" name="Google Shape;30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5" name="Google Shape;30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6" name="Google Shape;306;p14"/>
              <p:cNvSpPr/>
              <p:nvPr/>
            </p:nvSpPr>
            <p:spPr>
              <a:xfrm>
                <a:off x="1571821" y="3249176"/>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07" name="Google Shape;307;p14"/>
          <p:cNvSpPr/>
          <p:nvPr/>
        </p:nvSpPr>
        <p:spPr>
          <a:xfrm>
            <a:off x="5909401" y="-3350"/>
            <a:ext cx="3234589" cy="1736822"/>
          </a:xfrm>
          <a:custGeom>
            <a:rect b="b" l="l" r="r" t="t"/>
            <a:pathLst>
              <a:path extrusionOk="0" h="141435" w="263403">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rotWithShape="0" algn="bl" dir="5400000" dist="19050">
              <a:schemeClr val="lt2">
                <a:alpha val="49000"/>
              </a:schemeClr>
            </a:outerShdw>
          </a:effectLst>
        </p:spPr>
      </p:sp>
      <p:sp>
        <p:nvSpPr>
          <p:cNvPr id="308" name="Google Shape;308;p14"/>
          <p:cNvSpPr/>
          <p:nvPr/>
        </p:nvSpPr>
        <p:spPr>
          <a:xfrm>
            <a:off x="8299949" y="73285"/>
            <a:ext cx="844041" cy="1631459"/>
          </a:xfrm>
          <a:custGeom>
            <a:rect b="b" l="l" r="r" t="t"/>
            <a:pathLst>
              <a:path extrusionOk="0" h="132855" w="68733">
                <a:moveTo>
                  <a:pt x="0" y="132855"/>
                </a:moveTo>
                <a:lnTo>
                  <a:pt x="68733" y="58124"/>
                </a:lnTo>
                <a:lnTo>
                  <a:pt x="68733" y="0"/>
                </a:lnTo>
                <a:close/>
              </a:path>
            </a:pathLst>
          </a:custGeom>
          <a:solidFill>
            <a:schemeClr val="accent5"/>
          </a:solidFill>
          <a:ln>
            <a:noFill/>
          </a:ln>
        </p:spPr>
      </p:sp>
      <p:sp>
        <p:nvSpPr>
          <p:cNvPr id="309" name="Google Shape;309;p14"/>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0" name="Google Shape;310;p14"/>
          <p:cNvSpPr txBox="1"/>
          <p:nvPr>
            <p:ph idx="1" type="subTitle"/>
          </p:nvPr>
        </p:nvSpPr>
        <p:spPr>
          <a:xfrm>
            <a:off x="163725" y="1184350"/>
            <a:ext cx="3336600" cy="1582200"/>
          </a:xfrm>
          <a:prstGeom prst="rect">
            <a:avLst/>
          </a:prstGeom>
        </p:spPr>
        <p:txBody>
          <a:bodyPr anchorCtr="0" anchor="b" bIns="0" lIns="91425" spcFirstLastPara="1" rIns="91425" wrap="square" tIns="91425">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p:txBody>
      </p:sp>
      <p:sp>
        <p:nvSpPr>
          <p:cNvPr id="311" name="Google Shape;311;p14"/>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2" name="Google Shape;312;p1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1_1_1_1_1_1_5">
    <p:spTree>
      <p:nvGrpSpPr>
        <p:cNvPr id="313" name="Shape 313"/>
        <p:cNvGrpSpPr/>
        <p:nvPr/>
      </p:nvGrpSpPr>
      <p:grpSpPr>
        <a:xfrm>
          <a:off x="0" y="0"/>
          <a:ext cx="0" cy="0"/>
          <a:chOff x="0" y="0"/>
          <a:chExt cx="0" cy="0"/>
        </a:xfrm>
      </p:grpSpPr>
      <p:sp>
        <p:nvSpPr>
          <p:cNvPr id="314" name="Google Shape;314;p15"/>
          <p:cNvSpPr/>
          <p:nvPr/>
        </p:nvSpPr>
        <p:spPr>
          <a:xfrm>
            <a:off x="1347300" y="4352975"/>
            <a:ext cx="6752827" cy="790544"/>
          </a:xfrm>
          <a:custGeom>
            <a:rect b="b" l="l" r="r" t="t"/>
            <a:pathLst>
              <a:path extrusionOk="0" h="14771" w="86243">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15" name="Google Shape;315;p1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6" name="Google Shape;316;p15"/>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17" name="Google Shape;317;p1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4">
    <p:spTree>
      <p:nvGrpSpPr>
        <p:cNvPr id="318" name="Shape 318"/>
        <p:cNvGrpSpPr/>
        <p:nvPr/>
      </p:nvGrpSpPr>
      <p:grpSpPr>
        <a:xfrm>
          <a:off x="0" y="0"/>
          <a:ext cx="0" cy="0"/>
          <a:chOff x="0" y="0"/>
          <a:chExt cx="0" cy="0"/>
        </a:xfrm>
      </p:grpSpPr>
      <p:sp>
        <p:nvSpPr>
          <p:cNvPr id="319" name="Google Shape;319;p16"/>
          <p:cNvSpPr/>
          <p:nvPr/>
        </p:nvSpPr>
        <p:spPr>
          <a:xfrm rot="-737329">
            <a:off x="5068924" y="-96942"/>
            <a:ext cx="3371552" cy="1136324"/>
          </a:xfrm>
          <a:prstGeom prst="chord">
            <a:avLst>
              <a:gd fmla="val 21353619" name="adj1"/>
              <a:gd fmla="val 142106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0" name="Google Shape;320;p16"/>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p:txBody>
      </p:sp>
      <p:sp>
        <p:nvSpPr>
          <p:cNvPr id="321" name="Google Shape;321;p16"/>
          <p:cNvSpPr txBox="1"/>
          <p:nvPr>
            <p:ph idx="2"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2" name="Google Shape;322;p16"/>
          <p:cNvSpPr txBox="1"/>
          <p:nvPr>
            <p:ph idx="3"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3" name="Google Shape;323;p16"/>
          <p:cNvSpPr txBox="1"/>
          <p:nvPr>
            <p:ph idx="4"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4" name="Google Shape;324;p16"/>
          <p:cNvSpPr txBox="1"/>
          <p:nvPr>
            <p:ph idx="5"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5" name="Google Shape;325;p16"/>
          <p:cNvSpPr txBox="1"/>
          <p:nvPr>
            <p:ph idx="6"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6" name="Google Shape;326;p16"/>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27" name="Google Shape;327;p16"/>
          <p:cNvSpPr/>
          <p:nvPr/>
        </p:nvSpPr>
        <p:spPr>
          <a:xfrm flipH="1" rot="-6104187">
            <a:off x="4324040" y="2970795"/>
            <a:ext cx="1541221" cy="4732320"/>
          </a:xfrm>
          <a:prstGeom prst="chord">
            <a:avLst>
              <a:gd fmla="val 4994308" name="adj1"/>
              <a:gd fmla="val 1511404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8" name="Google Shape;328;p16"/>
          <p:cNvSpPr/>
          <p:nvPr/>
        </p:nvSpPr>
        <p:spPr>
          <a:xfrm rot="5740201">
            <a:off x="4240558" y="2810912"/>
            <a:ext cx="1433212" cy="5490517"/>
          </a:xfrm>
          <a:prstGeom prst="chord">
            <a:avLst>
              <a:gd fmla="val 5592353" name="adj1"/>
              <a:gd fmla="val 1502406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9" name="Google Shape;329;p16"/>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0" name="Google Shape;330;p16"/>
          <p:cNvSpPr txBox="1"/>
          <p:nvPr>
            <p:ph idx="8"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331" name="Google Shape;331;p16"/>
          <p:cNvSpPr txBox="1"/>
          <p:nvPr>
            <p:ph idx="9"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2" name="Google Shape;332;p16"/>
          <p:cNvSpPr txBox="1"/>
          <p:nvPr>
            <p:ph idx="13"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3" name="Google Shape;333;p16"/>
          <p:cNvSpPr txBox="1"/>
          <p:nvPr>
            <p:ph idx="14"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4" name="Google Shape;334;p16"/>
          <p:cNvSpPr txBox="1"/>
          <p:nvPr>
            <p:ph idx="15"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5" name="Google Shape;335;p16"/>
          <p:cNvSpPr txBox="1"/>
          <p:nvPr>
            <p:ph idx="16"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6" name="Google Shape;336;p16"/>
          <p:cNvSpPr txBox="1"/>
          <p:nvPr>
            <p:ph idx="17"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7" name="Google Shape;337;p16"/>
          <p:cNvSpPr txBox="1"/>
          <p:nvPr>
            <p:ph idx="18"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8" name="Google Shape;338;p16"/>
          <p:cNvSpPr txBox="1"/>
          <p:nvPr>
            <p:ph idx="19"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339" name="Google Shape;339;p16"/>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Dark">
  <p:cSld name="BLANK_1_1_1_1_1_1_1_1_1_1_4_1">
    <p:bg>
      <p:bgPr>
        <a:solidFill>
          <a:schemeClr val="lt1"/>
        </a:solidFill>
      </p:bgPr>
    </p:bg>
    <p:spTree>
      <p:nvGrpSpPr>
        <p:cNvPr id="340" name="Shape 340"/>
        <p:cNvGrpSpPr/>
        <p:nvPr/>
      </p:nvGrpSpPr>
      <p:grpSpPr>
        <a:xfrm>
          <a:off x="0" y="0"/>
          <a:ext cx="0" cy="0"/>
          <a:chOff x="0" y="0"/>
          <a:chExt cx="0" cy="0"/>
        </a:xfrm>
      </p:grpSpPr>
      <p:sp>
        <p:nvSpPr>
          <p:cNvPr id="341" name="Google Shape;341;p17"/>
          <p:cNvSpPr/>
          <p:nvPr/>
        </p:nvSpPr>
        <p:spPr>
          <a:xfrm rot="-737329">
            <a:off x="5068924" y="-96942"/>
            <a:ext cx="3371552" cy="1136324"/>
          </a:xfrm>
          <a:prstGeom prst="chord">
            <a:avLst>
              <a:gd fmla="val 21353619" name="adj1"/>
              <a:gd fmla="val 1421063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Sora"/>
              <a:ea typeface="Sora"/>
              <a:cs typeface="Sora"/>
              <a:sym typeface="Sora"/>
            </a:endParaRPr>
          </a:p>
        </p:txBody>
      </p:sp>
      <p:sp>
        <p:nvSpPr>
          <p:cNvPr id="342" name="Google Shape;342;p17"/>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3" name="Google Shape;343;p17"/>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4" name="Google Shape;344;p17"/>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5" name="Google Shape;345;p17"/>
          <p:cNvSpPr txBox="1"/>
          <p:nvPr>
            <p:ph idx="4"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346" name="Google Shape;346;p17"/>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7" name="Google Shape;347;p17"/>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8" name="Google Shape;348;p17"/>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9" name="Google Shape;349;p17"/>
          <p:cNvSpPr/>
          <p:nvPr/>
        </p:nvSpPr>
        <p:spPr>
          <a:xfrm flipH="1" rot="-6104187">
            <a:off x="4324040" y="2970795"/>
            <a:ext cx="1541221" cy="4732320"/>
          </a:xfrm>
          <a:prstGeom prst="chord">
            <a:avLst>
              <a:gd fmla="val 4994308" name="adj1"/>
              <a:gd fmla="val 1511404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0" name="Google Shape;350;p17"/>
          <p:cNvSpPr/>
          <p:nvPr/>
        </p:nvSpPr>
        <p:spPr>
          <a:xfrm rot="5740201">
            <a:off x="4240558" y="2810912"/>
            <a:ext cx="1433212" cy="5490517"/>
          </a:xfrm>
          <a:prstGeom prst="chord">
            <a:avLst>
              <a:gd fmla="val 5592353" name="adj1"/>
              <a:gd fmla="val 1502406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1" name="Google Shape;351;p17"/>
          <p:cNvSpPr txBox="1"/>
          <p:nvPr>
            <p:ph idx="8"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52" name="Google Shape;352;p17"/>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3" name="Google Shape;353;p17"/>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800"/>
              </a:spcBef>
              <a:spcAft>
                <a:spcPts val="0"/>
              </a:spcAft>
              <a:buClr>
                <a:schemeClr val="dk1"/>
              </a:buClr>
              <a:buSzPts val="1000"/>
              <a:buFont typeface="Sora"/>
              <a:buChar char="◆"/>
              <a:defRPr sz="1000">
                <a:solidFill>
                  <a:schemeClr val="dk1"/>
                </a:solidFill>
              </a:defRPr>
            </a:lvl2pPr>
            <a:lvl3pPr indent="-292100" lvl="2" marL="1371600">
              <a:spcBef>
                <a:spcPts val="800"/>
              </a:spcBef>
              <a:spcAft>
                <a:spcPts val="0"/>
              </a:spcAft>
              <a:buClr>
                <a:schemeClr val="dk1"/>
              </a:buClr>
              <a:buSzPts val="1000"/>
              <a:buFont typeface="Sora"/>
              <a:buChar char="●"/>
              <a:defRPr sz="1000">
                <a:solidFill>
                  <a:schemeClr val="dk1"/>
                </a:solidFill>
              </a:defRPr>
            </a:lvl3pPr>
            <a:lvl4pPr indent="-292100" lvl="3" marL="1828800">
              <a:spcBef>
                <a:spcPts val="800"/>
              </a:spcBef>
              <a:spcAft>
                <a:spcPts val="0"/>
              </a:spcAft>
              <a:buClr>
                <a:schemeClr val="dk1"/>
              </a:buClr>
              <a:buSzPts val="1000"/>
              <a:buFont typeface="Sora"/>
              <a:buChar char="○"/>
              <a:defRPr sz="1000">
                <a:solidFill>
                  <a:schemeClr val="dk1"/>
                </a:solidFill>
              </a:defRPr>
            </a:lvl4pPr>
            <a:lvl5pPr indent="-292100" lvl="4" marL="2286000">
              <a:spcBef>
                <a:spcPts val="800"/>
              </a:spcBef>
              <a:spcAft>
                <a:spcPts val="0"/>
              </a:spcAft>
              <a:buClr>
                <a:schemeClr val="dk1"/>
              </a:buClr>
              <a:buSzPts val="1000"/>
              <a:buFont typeface="Sora"/>
              <a:buChar char="◆"/>
              <a:defRPr sz="1000">
                <a:solidFill>
                  <a:schemeClr val="dk1"/>
                </a:solidFill>
              </a:defRPr>
            </a:lvl5pPr>
            <a:lvl6pPr indent="-292100" lvl="5" marL="2743200">
              <a:spcBef>
                <a:spcPts val="800"/>
              </a:spcBef>
              <a:spcAft>
                <a:spcPts val="0"/>
              </a:spcAft>
              <a:buClr>
                <a:schemeClr val="dk1"/>
              </a:buClr>
              <a:buSzPts val="1000"/>
              <a:buFont typeface="Sora"/>
              <a:buChar char="●"/>
              <a:defRPr sz="1000">
                <a:solidFill>
                  <a:schemeClr val="dk1"/>
                </a:solidFill>
              </a:defRPr>
            </a:lvl6pPr>
            <a:lvl7pPr indent="-292100" lvl="6" marL="3200400">
              <a:spcBef>
                <a:spcPts val="800"/>
              </a:spcBef>
              <a:spcAft>
                <a:spcPts val="0"/>
              </a:spcAft>
              <a:buClr>
                <a:schemeClr val="dk1"/>
              </a:buClr>
              <a:buSzPts val="1000"/>
              <a:buFont typeface="Sora"/>
              <a:buChar char="○"/>
              <a:defRPr sz="1000">
                <a:solidFill>
                  <a:schemeClr val="dk1"/>
                </a:solidFill>
              </a:defRPr>
            </a:lvl7pPr>
            <a:lvl8pPr indent="-292100" lvl="7" marL="3657600">
              <a:spcBef>
                <a:spcPts val="800"/>
              </a:spcBef>
              <a:spcAft>
                <a:spcPts val="0"/>
              </a:spcAft>
              <a:buClr>
                <a:schemeClr val="dk1"/>
              </a:buClr>
              <a:buSzPts val="1000"/>
              <a:buFont typeface="Sora"/>
              <a:buChar char="◆"/>
              <a:defRPr sz="1000">
                <a:solidFill>
                  <a:schemeClr val="dk1"/>
                </a:solidFill>
              </a:defRPr>
            </a:lvl8pPr>
            <a:lvl9pPr indent="-292100" lvl="8" marL="4114800">
              <a:spcBef>
                <a:spcPts val="800"/>
              </a:spcBef>
              <a:spcAft>
                <a:spcPts val="800"/>
              </a:spcAft>
              <a:buClr>
                <a:schemeClr val="dk1"/>
              </a:buClr>
              <a:buSzPts val="1000"/>
              <a:buFont typeface="Sora"/>
              <a:buChar char="●"/>
              <a:defRPr sz="1000">
                <a:solidFill>
                  <a:schemeClr val="dk1"/>
                </a:solidFill>
              </a:defRPr>
            </a:lvl9pPr>
          </a:lstStyle>
          <a:p/>
        </p:txBody>
      </p:sp>
      <p:sp>
        <p:nvSpPr>
          <p:cNvPr id="354" name="Google Shape;354;p17"/>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5" name="Google Shape;355;p17"/>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6" name="Google Shape;356;p17"/>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7" name="Google Shape;357;p17"/>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8" name="Google Shape;358;p17"/>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9" name="Google Shape;359;p17"/>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0" name="Google Shape;360;p17"/>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1" name="Google Shape;361;p17"/>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two bodies">
  <p:cSld name="BLANK_1_1_1_1_1_1_1_1_1_1_3_2">
    <p:bg>
      <p:bgPr>
        <a:solidFill>
          <a:schemeClr val="lt1"/>
        </a:solidFill>
      </p:bgPr>
    </p:bg>
    <p:spTree>
      <p:nvGrpSpPr>
        <p:cNvPr id="362" name="Shape 362"/>
        <p:cNvGrpSpPr/>
        <p:nvPr/>
      </p:nvGrpSpPr>
      <p:grpSpPr>
        <a:xfrm>
          <a:off x="0" y="0"/>
          <a:ext cx="0" cy="0"/>
          <a:chOff x="0" y="0"/>
          <a:chExt cx="0" cy="0"/>
        </a:xfrm>
      </p:grpSpPr>
      <p:sp>
        <p:nvSpPr>
          <p:cNvPr id="363" name="Google Shape;363;p18"/>
          <p:cNvSpPr/>
          <p:nvPr/>
        </p:nvSpPr>
        <p:spPr>
          <a:xfrm flipH="1" rot="-5400000">
            <a:off x="1263236" y="2706539"/>
            <a:ext cx="1173845" cy="3700317"/>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4" name="Google Shape;364;p18"/>
          <p:cNvSpPr/>
          <p:nvPr/>
        </p:nvSpPr>
        <p:spPr>
          <a:xfrm flipH="1">
            <a:off x="228605" y="3621311"/>
            <a:ext cx="3534079" cy="1522191"/>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5" name="Google Shape;365;p18"/>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66" name="Google Shape;366;p18"/>
          <p:cNvGrpSpPr/>
          <p:nvPr/>
        </p:nvGrpSpPr>
        <p:grpSpPr>
          <a:xfrm flipH="1">
            <a:off x="7293000" y="0"/>
            <a:ext cx="1851000" cy="1225325"/>
            <a:chOff x="461225" y="3875100"/>
            <a:chExt cx="1851000" cy="1225325"/>
          </a:xfrm>
        </p:grpSpPr>
        <p:grpSp>
          <p:nvGrpSpPr>
            <p:cNvPr id="367" name="Google Shape;367;p18"/>
            <p:cNvGrpSpPr/>
            <p:nvPr/>
          </p:nvGrpSpPr>
          <p:grpSpPr>
            <a:xfrm>
              <a:off x="461225" y="3875100"/>
              <a:ext cx="1851000" cy="114600"/>
              <a:chOff x="461225" y="3504775"/>
              <a:chExt cx="1851000" cy="114600"/>
            </a:xfrm>
          </p:grpSpPr>
          <p:sp>
            <p:nvSpPr>
              <p:cNvPr id="368" name="Google Shape;368;p18"/>
              <p:cNvSpPr/>
              <p:nvPr/>
            </p:nvSpPr>
            <p:spPr>
              <a:xfrm>
                <a:off x="4612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69" name="Google Shape;369;p18"/>
              <p:cNvSpPr/>
              <p:nvPr/>
            </p:nvSpPr>
            <p:spPr>
              <a:xfrm>
                <a:off x="8314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0" name="Google Shape;370;p18"/>
              <p:cNvSpPr/>
              <p:nvPr/>
            </p:nvSpPr>
            <p:spPr>
              <a:xfrm>
                <a:off x="12016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1" name="Google Shape;371;p18"/>
              <p:cNvSpPr/>
              <p:nvPr/>
            </p:nvSpPr>
            <p:spPr>
              <a:xfrm>
                <a:off x="15718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2" name="Google Shape;372;p18"/>
              <p:cNvSpPr/>
              <p:nvPr/>
            </p:nvSpPr>
            <p:spPr>
              <a:xfrm>
                <a:off x="19420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3" name="Google Shape;373;p18"/>
            <p:cNvGrpSpPr/>
            <p:nvPr/>
          </p:nvGrpSpPr>
          <p:grpSpPr>
            <a:xfrm>
              <a:off x="461225" y="3989700"/>
              <a:ext cx="1480800" cy="1110725"/>
              <a:chOff x="461225" y="3249175"/>
              <a:chExt cx="1480800" cy="1110725"/>
            </a:xfrm>
          </p:grpSpPr>
          <p:sp>
            <p:nvSpPr>
              <p:cNvPr id="374" name="Google Shape;374;p1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5" name="Google Shape;375;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6" name="Google Shape;376;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7" name="Google Shape;377;p18"/>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8" name="Google Shape;378;p18"/>
            <p:cNvGrpSpPr/>
            <p:nvPr/>
          </p:nvGrpSpPr>
          <p:grpSpPr>
            <a:xfrm>
              <a:off x="831425" y="4360025"/>
              <a:ext cx="1480800" cy="370200"/>
              <a:chOff x="831425" y="3249175"/>
              <a:chExt cx="1480800" cy="370200"/>
            </a:xfrm>
          </p:grpSpPr>
          <p:sp>
            <p:nvSpPr>
              <p:cNvPr id="379" name="Google Shape;379;p1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0" name="Google Shape;380;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1" name="Google Shape;381;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2" name="Google Shape;382;p1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83" name="Google Shape;383;p18"/>
          <p:cNvSpPr txBox="1"/>
          <p:nvPr>
            <p:ph type="title"/>
          </p:nvPr>
        </p:nvSpPr>
        <p:spPr>
          <a:xfrm>
            <a:off x="3822450" y="1287875"/>
            <a:ext cx="4295400" cy="277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4" name="Google Shape;384;p18"/>
          <p:cNvSpPr txBox="1"/>
          <p:nvPr>
            <p:ph idx="2" type="title"/>
          </p:nvPr>
        </p:nvSpPr>
        <p:spPr>
          <a:xfrm>
            <a:off x="85725" y="1287875"/>
            <a:ext cx="3347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5" name="Google Shape;385;p18"/>
          <p:cNvSpPr/>
          <p:nvPr>
            <p:ph idx="3" type="pic"/>
          </p:nvPr>
        </p:nvSpPr>
        <p:spPr>
          <a:xfrm>
            <a:off x="227225" y="1832375"/>
            <a:ext cx="821100" cy="785400"/>
          </a:xfrm>
          <a:prstGeom prst="rect">
            <a:avLst/>
          </a:prstGeom>
          <a:noFill/>
          <a:ln>
            <a:noFill/>
          </a:ln>
        </p:spPr>
      </p:sp>
      <p:sp>
        <p:nvSpPr>
          <p:cNvPr id="386" name="Google Shape;386;p18"/>
          <p:cNvSpPr/>
          <p:nvPr>
            <p:ph idx="4" type="pic"/>
          </p:nvPr>
        </p:nvSpPr>
        <p:spPr>
          <a:xfrm>
            <a:off x="227225" y="2672425"/>
            <a:ext cx="821100" cy="785400"/>
          </a:xfrm>
          <a:prstGeom prst="rect">
            <a:avLst/>
          </a:prstGeom>
          <a:noFill/>
          <a:ln>
            <a:noFill/>
          </a:ln>
        </p:spPr>
      </p:sp>
      <p:sp>
        <p:nvSpPr>
          <p:cNvPr id="387" name="Google Shape;387;p18"/>
          <p:cNvSpPr/>
          <p:nvPr>
            <p:ph idx="5" type="pic"/>
          </p:nvPr>
        </p:nvSpPr>
        <p:spPr>
          <a:xfrm>
            <a:off x="227225" y="3512475"/>
            <a:ext cx="821100" cy="785400"/>
          </a:xfrm>
          <a:prstGeom prst="rect">
            <a:avLst/>
          </a:prstGeom>
          <a:noFill/>
          <a:ln>
            <a:noFill/>
          </a:ln>
        </p:spPr>
      </p:sp>
      <p:sp>
        <p:nvSpPr>
          <p:cNvPr id="388" name="Google Shape;388;p18"/>
          <p:cNvSpPr txBox="1"/>
          <p:nvPr>
            <p:ph idx="6" type="title"/>
          </p:nvPr>
        </p:nvSpPr>
        <p:spPr>
          <a:xfrm>
            <a:off x="1048325" y="18323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89" name="Google Shape;389;p18"/>
          <p:cNvSpPr txBox="1"/>
          <p:nvPr>
            <p:ph idx="7" type="title"/>
          </p:nvPr>
        </p:nvSpPr>
        <p:spPr>
          <a:xfrm>
            <a:off x="1048325" y="267242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0" name="Google Shape;390;p18"/>
          <p:cNvSpPr txBox="1"/>
          <p:nvPr>
            <p:ph idx="8" type="title"/>
          </p:nvPr>
        </p:nvSpPr>
        <p:spPr>
          <a:xfrm>
            <a:off x="1048325" y="35124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1" name="Google Shape;391;p18"/>
          <p:cNvSpPr txBox="1"/>
          <p:nvPr>
            <p:ph idx="9" type="title"/>
          </p:nvPr>
        </p:nvSpPr>
        <p:spPr>
          <a:xfrm>
            <a:off x="3820750" y="1711525"/>
            <a:ext cx="1800000" cy="1522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p:txBody>
      </p:sp>
      <p:sp>
        <p:nvSpPr>
          <p:cNvPr id="392" name="Google Shape;392;p18"/>
          <p:cNvSpPr txBox="1"/>
          <p:nvPr>
            <p:ph idx="13" type="title"/>
          </p:nvPr>
        </p:nvSpPr>
        <p:spPr>
          <a:xfrm>
            <a:off x="7107575" y="1711450"/>
            <a:ext cx="8742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3" name="Google Shape;393;p18"/>
          <p:cNvSpPr txBox="1"/>
          <p:nvPr>
            <p:ph idx="14" type="title"/>
          </p:nvPr>
        </p:nvSpPr>
        <p:spPr>
          <a:xfrm>
            <a:off x="5518325" y="1711575"/>
            <a:ext cx="13221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4" name="Google Shape;394;p18"/>
          <p:cNvSpPr txBox="1"/>
          <p:nvPr>
            <p:ph idx="1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95" name="Google Shape;395;p18"/>
          <p:cNvSpPr txBox="1"/>
          <p:nvPr>
            <p:ph idx="16" type="title"/>
          </p:nvPr>
        </p:nvSpPr>
        <p:spPr>
          <a:xfrm>
            <a:off x="93381" y="502775"/>
            <a:ext cx="7178100" cy="7851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396" name="Google Shape;396;p18"/>
          <p:cNvSpPr txBox="1"/>
          <p:nvPr>
            <p:ph idx="1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Project Roadmap">
  <p:cSld name="BLANK_1_1_1_1_1_1_1_1_1_1_3_1">
    <p:bg>
      <p:bgPr>
        <a:solidFill>
          <a:schemeClr val="lt1"/>
        </a:solidFill>
      </p:bgPr>
    </p:bg>
    <p:spTree>
      <p:nvGrpSpPr>
        <p:cNvPr id="397" name="Shape 397"/>
        <p:cNvGrpSpPr/>
        <p:nvPr/>
      </p:nvGrpSpPr>
      <p:grpSpPr>
        <a:xfrm>
          <a:off x="0" y="0"/>
          <a:ext cx="0" cy="0"/>
          <a:chOff x="0" y="0"/>
          <a:chExt cx="0" cy="0"/>
        </a:xfrm>
      </p:grpSpPr>
      <p:sp>
        <p:nvSpPr>
          <p:cNvPr id="398" name="Google Shape;398;p19"/>
          <p:cNvSpPr txBox="1"/>
          <p:nvPr>
            <p:ph type="title"/>
          </p:nvPr>
        </p:nvSpPr>
        <p:spPr>
          <a:xfrm>
            <a:off x="134550" y="1339350"/>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399" name="Google Shape;399;p19"/>
          <p:cNvSpPr txBox="1"/>
          <p:nvPr>
            <p:ph idx="2" type="title"/>
          </p:nvPr>
        </p:nvSpPr>
        <p:spPr>
          <a:xfrm>
            <a:off x="132615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0" name="Google Shape;400;p19"/>
          <p:cNvSpPr txBox="1"/>
          <p:nvPr>
            <p:ph idx="3" type="title"/>
          </p:nvPr>
        </p:nvSpPr>
        <p:spPr>
          <a:xfrm>
            <a:off x="3877025"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1" name="Google Shape;401;p19"/>
          <p:cNvSpPr txBox="1"/>
          <p:nvPr>
            <p:ph idx="4" type="title"/>
          </p:nvPr>
        </p:nvSpPr>
        <p:spPr>
          <a:xfrm>
            <a:off x="629170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2" name="Google Shape;402;p19"/>
          <p:cNvSpPr txBox="1"/>
          <p:nvPr>
            <p:ph idx="5" type="title"/>
          </p:nvPr>
        </p:nvSpPr>
        <p:spPr>
          <a:xfrm>
            <a:off x="134550" y="254522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3" name="Google Shape;403;p19"/>
          <p:cNvSpPr txBox="1"/>
          <p:nvPr>
            <p:ph idx="6" type="title"/>
          </p:nvPr>
        </p:nvSpPr>
        <p:spPr>
          <a:xfrm>
            <a:off x="134550" y="370397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4" name="Google Shape;404;p19"/>
          <p:cNvSpPr txBox="1"/>
          <p:nvPr>
            <p:ph idx="7" type="title"/>
          </p:nvPr>
        </p:nvSpPr>
        <p:spPr>
          <a:xfrm>
            <a:off x="3877025"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05" name="Google Shape;405;p19"/>
          <p:cNvSpPr txBox="1"/>
          <p:nvPr>
            <p:ph idx="8" type="title"/>
          </p:nvPr>
        </p:nvSpPr>
        <p:spPr>
          <a:xfrm>
            <a:off x="3877025"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6" name="Google Shape;406;p19"/>
          <p:cNvSpPr txBox="1"/>
          <p:nvPr>
            <p:ph idx="9" type="title"/>
          </p:nvPr>
        </p:nvSpPr>
        <p:spPr>
          <a:xfrm>
            <a:off x="3877025"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7" name="Google Shape;407;p19"/>
          <p:cNvSpPr txBox="1"/>
          <p:nvPr>
            <p:ph idx="13" type="title"/>
          </p:nvPr>
        </p:nvSpPr>
        <p:spPr>
          <a:xfrm>
            <a:off x="6427900"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8" name="Google Shape;408;p19"/>
          <p:cNvSpPr txBox="1"/>
          <p:nvPr>
            <p:ph idx="14" type="title"/>
          </p:nvPr>
        </p:nvSpPr>
        <p:spPr>
          <a:xfrm>
            <a:off x="6427900"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9" name="Google Shape;409;p19"/>
          <p:cNvSpPr txBox="1"/>
          <p:nvPr>
            <p:ph idx="15" type="title"/>
          </p:nvPr>
        </p:nvSpPr>
        <p:spPr>
          <a:xfrm>
            <a:off x="6427900"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10" name="Google Shape;410;p19"/>
          <p:cNvSpPr txBox="1"/>
          <p:nvPr>
            <p:ph idx="16" type="title"/>
          </p:nvPr>
        </p:nvSpPr>
        <p:spPr>
          <a:xfrm>
            <a:off x="1326150" y="1339350"/>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1" name="Google Shape;411;p19"/>
          <p:cNvSpPr txBox="1"/>
          <p:nvPr>
            <p:ph idx="17" type="title"/>
          </p:nvPr>
        </p:nvSpPr>
        <p:spPr>
          <a:xfrm>
            <a:off x="1326150" y="2545213"/>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2" name="Google Shape;412;p19"/>
          <p:cNvSpPr txBox="1"/>
          <p:nvPr>
            <p:ph idx="18" type="title"/>
          </p:nvPr>
        </p:nvSpPr>
        <p:spPr>
          <a:xfrm>
            <a:off x="1326150" y="3703969"/>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3" name="Google Shape;413;p19"/>
          <p:cNvSpPr txBox="1"/>
          <p:nvPr>
            <p:ph idx="1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14" name="Google Shape;414;p19"/>
          <p:cNvSpPr txBox="1"/>
          <p:nvPr>
            <p:ph idx="20"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415" name="Google Shape;415;p19"/>
          <p:cNvSpPr txBox="1"/>
          <p:nvPr>
            <p:ph idx="21"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BLANK_1_1_1_1_1_1_1_1_1_1_2">
    <p:spTree>
      <p:nvGrpSpPr>
        <p:cNvPr id="416" name="Shape 416"/>
        <p:cNvGrpSpPr/>
        <p:nvPr/>
      </p:nvGrpSpPr>
      <p:grpSpPr>
        <a:xfrm>
          <a:off x="0" y="0"/>
          <a:ext cx="0" cy="0"/>
          <a:chOff x="0" y="0"/>
          <a:chExt cx="0" cy="0"/>
        </a:xfrm>
      </p:grpSpPr>
      <p:sp>
        <p:nvSpPr>
          <p:cNvPr id="417" name="Google Shape;417;p20"/>
          <p:cNvSpPr/>
          <p:nvPr/>
        </p:nvSpPr>
        <p:spPr>
          <a:xfrm>
            <a:off x="8210550" y="-7150"/>
            <a:ext cx="945375" cy="1453000"/>
          </a:xfrm>
          <a:custGeom>
            <a:rect b="b" l="l" r="r" t="t"/>
            <a:pathLst>
              <a:path extrusionOk="0" h="58120" w="37815">
                <a:moveTo>
                  <a:pt x="0" y="35846"/>
                </a:moveTo>
                <a:lnTo>
                  <a:pt x="37815" y="58120"/>
                </a:lnTo>
                <a:lnTo>
                  <a:pt x="37589" y="0"/>
                </a:lnTo>
                <a:lnTo>
                  <a:pt x="2413" y="32"/>
                </a:lnTo>
                <a:close/>
              </a:path>
            </a:pathLst>
          </a:custGeom>
          <a:solidFill>
            <a:schemeClr val="lt1"/>
          </a:solidFill>
          <a:ln>
            <a:noFill/>
          </a:ln>
        </p:spPr>
      </p:sp>
      <p:sp>
        <p:nvSpPr>
          <p:cNvPr id="418" name="Google Shape;418;p20"/>
          <p:cNvSpPr/>
          <p:nvPr/>
        </p:nvSpPr>
        <p:spPr>
          <a:xfrm>
            <a:off x="4614025" y="-6850"/>
            <a:ext cx="3659250" cy="1404775"/>
          </a:xfrm>
          <a:custGeom>
            <a:rect b="b" l="l" r="r" t="t"/>
            <a:pathLst>
              <a:path extrusionOk="0" h="56191" w="14637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419" name="Google Shape;419;p20"/>
          <p:cNvSpPr txBox="1"/>
          <p:nvPr>
            <p:ph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20" name="Google Shape;420;p20"/>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21" name="Google Shape;421;p20"/>
          <p:cNvSpPr txBox="1"/>
          <p:nvPr>
            <p:ph idx="3" type="title"/>
          </p:nvPr>
        </p:nvSpPr>
        <p:spPr>
          <a:xfrm>
            <a:off x="21179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2" name="Google Shape;422;p20"/>
          <p:cNvSpPr txBox="1"/>
          <p:nvPr>
            <p:ph idx="4" type="title"/>
          </p:nvPr>
        </p:nvSpPr>
        <p:spPr>
          <a:xfrm>
            <a:off x="398730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3" name="Google Shape;423;p20"/>
          <p:cNvSpPr txBox="1"/>
          <p:nvPr>
            <p:ph idx="5" type="title"/>
          </p:nvPr>
        </p:nvSpPr>
        <p:spPr>
          <a:xfrm>
            <a:off x="3890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4" name="Google Shape;424;p20"/>
          <p:cNvSpPr txBox="1"/>
          <p:nvPr>
            <p:ph idx="6" type="title"/>
          </p:nvPr>
        </p:nvSpPr>
        <p:spPr>
          <a:xfrm>
            <a:off x="5858938"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5" name="Google Shape;425;p20"/>
          <p:cNvSpPr txBox="1"/>
          <p:nvPr>
            <p:ph idx="7" type="title"/>
          </p:nvPr>
        </p:nvSpPr>
        <p:spPr>
          <a:xfrm>
            <a:off x="7730563" y="1797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6" name="Google Shape;426;p20"/>
          <p:cNvSpPr txBox="1"/>
          <p:nvPr>
            <p:ph idx="1" type="body"/>
          </p:nvPr>
        </p:nvSpPr>
        <p:spPr>
          <a:xfrm>
            <a:off x="148300"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7" name="Google Shape;427;p20"/>
          <p:cNvSpPr txBox="1"/>
          <p:nvPr>
            <p:ph idx="8" type="body"/>
          </p:nvPr>
        </p:nvSpPr>
        <p:spPr>
          <a:xfrm>
            <a:off x="3601450" y="2960850"/>
            <a:ext cx="15795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8" name="Google Shape;428;p20"/>
          <p:cNvSpPr txBox="1"/>
          <p:nvPr>
            <p:ph idx="9" type="body"/>
          </p:nvPr>
        </p:nvSpPr>
        <p:spPr>
          <a:xfrm>
            <a:off x="5565675" y="2960850"/>
            <a:ext cx="14877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9" name="Google Shape;429;p20"/>
          <p:cNvSpPr txBox="1"/>
          <p:nvPr>
            <p:ph idx="13" type="body"/>
          </p:nvPr>
        </p:nvSpPr>
        <p:spPr>
          <a:xfrm>
            <a:off x="7346300" y="3194850"/>
            <a:ext cx="1649400" cy="14397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indent="-292100" lvl="1" marL="914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indent="-292100" lvl="2" marL="1371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indent="-292100" lvl="3" marL="1828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indent="-292100" lvl="4" marL="22860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indent="-292100" lvl="5" marL="2743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indent="-292100" lvl="6" marL="3200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indent="-292100" lvl="7" marL="3657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indent="-292100" lvl="8" marL="4114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p:txBody>
      </p:sp>
      <p:sp>
        <p:nvSpPr>
          <p:cNvPr id="430" name="Google Shape;430;p20"/>
          <p:cNvSpPr txBox="1"/>
          <p:nvPr>
            <p:ph idx="14" type="body"/>
          </p:nvPr>
        </p:nvSpPr>
        <p:spPr>
          <a:xfrm>
            <a:off x="1842125"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31" name="Google Shape;431;p20"/>
          <p:cNvSpPr txBox="1"/>
          <p:nvPr>
            <p:ph idx="1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1_1_1_1_1_1_2_1">
    <p:spTree>
      <p:nvGrpSpPr>
        <p:cNvPr id="432" name="Shape 432"/>
        <p:cNvGrpSpPr/>
        <p:nvPr/>
      </p:nvGrpSpPr>
      <p:grpSpPr>
        <a:xfrm>
          <a:off x="0" y="0"/>
          <a:ext cx="0" cy="0"/>
          <a:chOff x="0" y="0"/>
          <a:chExt cx="0" cy="0"/>
        </a:xfrm>
      </p:grpSpPr>
      <p:grpSp>
        <p:nvGrpSpPr>
          <p:cNvPr id="433" name="Google Shape;433;p21"/>
          <p:cNvGrpSpPr/>
          <p:nvPr/>
        </p:nvGrpSpPr>
        <p:grpSpPr>
          <a:xfrm flipH="1">
            <a:off x="3199575" y="156175"/>
            <a:ext cx="1851000" cy="1225325"/>
            <a:chOff x="461225" y="3875100"/>
            <a:chExt cx="1851000" cy="1225325"/>
          </a:xfrm>
        </p:grpSpPr>
        <p:grpSp>
          <p:nvGrpSpPr>
            <p:cNvPr id="434" name="Google Shape;434;p21"/>
            <p:cNvGrpSpPr/>
            <p:nvPr/>
          </p:nvGrpSpPr>
          <p:grpSpPr>
            <a:xfrm>
              <a:off x="461225" y="3875100"/>
              <a:ext cx="1851000" cy="114600"/>
              <a:chOff x="461225" y="3504775"/>
              <a:chExt cx="1851000" cy="114600"/>
            </a:xfrm>
          </p:grpSpPr>
          <p:sp>
            <p:nvSpPr>
              <p:cNvPr id="435" name="Google Shape;435;p21"/>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6" name="Google Shape;436;p21"/>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7" name="Google Shape;437;p21"/>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8" name="Google Shape;438;p21"/>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9" name="Google Shape;439;p21"/>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0" name="Google Shape;440;p21"/>
            <p:cNvGrpSpPr/>
            <p:nvPr/>
          </p:nvGrpSpPr>
          <p:grpSpPr>
            <a:xfrm>
              <a:off x="461225" y="3989700"/>
              <a:ext cx="1480800" cy="1110725"/>
              <a:chOff x="461225" y="3249175"/>
              <a:chExt cx="1480800" cy="1110725"/>
            </a:xfrm>
          </p:grpSpPr>
          <p:sp>
            <p:nvSpPr>
              <p:cNvPr id="441" name="Google Shape;441;p21"/>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2" name="Google Shape;442;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3" name="Google Shape;443;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4" name="Google Shape;444;p21"/>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5" name="Google Shape;445;p21"/>
            <p:cNvGrpSpPr/>
            <p:nvPr/>
          </p:nvGrpSpPr>
          <p:grpSpPr>
            <a:xfrm>
              <a:off x="831425" y="4360025"/>
              <a:ext cx="1480800" cy="370200"/>
              <a:chOff x="831425" y="3249175"/>
              <a:chExt cx="1480800" cy="370200"/>
            </a:xfrm>
          </p:grpSpPr>
          <p:sp>
            <p:nvSpPr>
              <p:cNvPr id="446" name="Google Shape;446;p21"/>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7" name="Google Shape;447;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8" name="Google Shape;448;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9" name="Google Shape;449;p21"/>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50" name="Google Shape;450;p2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51" name="Google Shape;451;p21"/>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lt1"/>
              </a:solidFill>
              <a:latin typeface="Sora"/>
              <a:ea typeface="Sora"/>
              <a:cs typeface="Sora"/>
              <a:sym typeface="Sora"/>
            </a:endParaRPr>
          </a:p>
        </p:txBody>
      </p:sp>
      <p:sp>
        <p:nvSpPr>
          <p:cNvPr id="452" name="Google Shape;452;p21"/>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53" name="Google Shape;453;p21"/>
          <p:cNvSpPr txBox="1"/>
          <p:nvPr>
            <p:ph idx="2"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54" name="Google Shape;454;p21"/>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55" name="Google Shape;455;p21"/>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rotWithShape="0" algn="bl" dir="5400000" dist="28575">
              <a:schemeClr val="accent4">
                <a:alpha val="24000"/>
              </a:schemeClr>
            </a:outerShdw>
          </a:effectLst>
        </p:spPr>
      </p:sp>
      <p:sp>
        <p:nvSpPr>
          <p:cNvPr id="456" name="Google Shape;456;p21"/>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BLANK_1_1_1_1_1_1_1_1_1_1_2_1_1">
    <p:spTree>
      <p:nvGrpSpPr>
        <p:cNvPr id="457" name="Shape 457"/>
        <p:cNvGrpSpPr/>
        <p:nvPr/>
      </p:nvGrpSpPr>
      <p:grpSpPr>
        <a:xfrm>
          <a:off x="0" y="0"/>
          <a:ext cx="0" cy="0"/>
          <a:chOff x="0" y="0"/>
          <a:chExt cx="0" cy="0"/>
        </a:xfrm>
      </p:grpSpPr>
      <p:grpSp>
        <p:nvGrpSpPr>
          <p:cNvPr id="458" name="Google Shape;458;p22"/>
          <p:cNvGrpSpPr/>
          <p:nvPr/>
        </p:nvGrpSpPr>
        <p:grpSpPr>
          <a:xfrm flipH="1">
            <a:off x="3199575" y="156175"/>
            <a:ext cx="1851000" cy="1225325"/>
            <a:chOff x="461225" y="3875100"/>
            <a:chExt cx="1851000" cy="1225325"/>
          </a:xfrm>
        </p:grpSpPr>
        <p:grpSp>
          <p:nvGrpSpPr>
            <p:cNvPr id="459" name="Google Shape;459;p22"/>
            <p:cNvGrpSpPr/>
            <p:nvPr/>
          </p:nvGrpSpPr>
          <p:grpSpPr>
            <a:xfrm>
              <a:off x="461225" y="3875100"/>
              <a:ext cx="1851000" cy="114600"/>
              <a:chOff x="461225" y="3504775"/>
              <a:chExt cx="1851000" cy="114600"/>
            </a:xfrm>
          </p:grpSpPr>
          <p:sp>
            <p:nvSpPr>
              <p:cNvPr id="460" name="Google Shape;460;p22"/>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1" name="Google Shape;461;p22"/>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2" name="Google Shape;462;p22"/>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3" name="Google Shape;463;p22"/>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4" name="Google Shape;464;p22"/>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65" name="Google Shape;465;p22"/>
            <p:cNvGrpSpPr/>
            <p:nvPr/>
          </p:nvGrpSpPr>
          <p:grpSpPr>
            <a:xfrm>
              <a:off x="461225" y="3989700"/>
              <a:ext cx="1480800" cy="1110725"/>
              <a:chOff x="461225" y="3249175"/>
              <a:chExt cx="1480800" cy="1110725"/>
            </a:xfrm>
          </p:grpSpPr>
          <p:sp>
            <p:nvSpPr>
              <p:cNvPr id="466" name="Google Shape;466;p22"/>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7" name="Google Shape;467;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8" name="Google Shape;468;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9" name="Google Shape;469;p22"/>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0" name="Google Shape;470;p22"/>
            <p:cNvGrpSpPr/>
            <p:nvPr/>
          </p:nvGrpSpPr>
          <p:grpSpPr>
            <a:xfrm>
              <a:off x="831425" y="4360025"/>
              <a:ext cx="1480800" cy="370200"/>
              <a:chOff x="831425" y="3249175"/>
              <a:chExt cx="1480800" cy="370200"/>
            </a:xfrm>
          </p:grpSpPr>
          <p:sp>
            <p:nvSpPr>
              <p:cNvPr id="471" name="Google Shape;471;p22"/>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2" name="Google Shape;472;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3" name="Google Shape;473;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4" name="Google Shape;474;p22"/>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75" name="Google Shape;475;p22"/>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6" name="Google Shape;476;p22"/>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7" name="Google Shape;477;p22"/>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78" name="Google Shape;478;p22"/>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rotWithShape="0" algn="bl" dir="5400000" dist="28575">
              <a:schemeClr val="accent4">
                <a:alpha val="24000"/>
              </a:schemeClr>
            </a:outerShdw>
          </a:effectLst>
        </p:spPr>
      </p:sp>
      <p:cxnSp>
        <p:nvCxnSpPr>
          <p:cNvPr id="479" name="Google Shape;479;p22"/>
          <p:cNvCxnSpPr/>
          <p:nvPr/>
        </p:nvCxnSpPr>
        <p:spPr>
          <a:xfrm rot="10800000">
            <a:off x="605578" y="17941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0" name="Google Shape;480;p22"/>
          <p:cNvCxnSpPr/>
          <p:nvPr/>
        </p:nvCxnSpPr>
        <p:spPr>
          <a:xfrm rot="10800000">
            <a:off x="605578" y="27319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1" name="Google Shape;481;p22"/>
          <p:cNvCxnSpPr/>
          <p:nvPr/>
        </p:nvCxnSpPr>
        <p:spPr>
          <a:xfrm rot="10800000">
            <a:off x="606300" y="3669725"/>
            <a:ext cx="8537700" cy="0"/>
          </a:xfrm>
          <a:prstGeom prst="straightConnector1">
            <a:avLst/>
          </a:prstGeom>
          <a:noFill/>
          <a:ln cap="flat" cmpd="sng" w="19050">
            <a:solidFill>
              <a:schemeClr val="dk1"/>
            </a:solidFill>
            <a:prstDash val="solid"/>
            <a:round/>
            <a:headEnd len="med" w="med" type="none"/>
            <a:tailEnd len="med" w="med" type="none"/>
          </a:ln>
        </p:spPr>
      </p:cxnSp>
      <p:sp>
        <p:nvSpPr>
          <p:cNvPr id="482" name="Google Shape;482;p22"/>
          <p:cNvSpPr txBox="1"/>
          <p:nvPr>
            <p:ph idx="1" type="body"/>
          </p:nvPr>
        </p:nvSpPr>
        <p:spPr>
          <a:xfrm>
            <a:off x="5788075" y="1906850"/>
            <a:ext cx="3021300" cy="8250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3" name="Google Shape;483;p22"/>
          <p:cNvSpPr txBox="1"/>
          <p:nvPr>
            <p:ph type="title"/>
          </p:nvPr>
        </p:nvSpPr>
        <p:spPr>
          <a:xfrm>
            <a:off x="2134625" y="2853988"/>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4" name="Google Shape;484;p22"/>
          <p:cNvSpPr txBox="1"/>
          <p:nvPr>
            <p:ph idx="2" type="body"/>
          </p:nvPr>
        </p:nvSpPr>
        <p:spPr>
          <a:xfrm>
            <a:off x="5788075" y="2855650"/>
            <a:ext cx="3021300" cy="8142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5" name="Google Shape;485;p22"/>
          <p:cNvSpPr txBox="1"/>
          <p:nvPr>
            <p:ph idx="3" type="title"/>
          </p:nvPr>
        </p:nvSpPr>
        <p:spPr>
          <a:xfrm>
            <a:off x="525175" y="2853988"/>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6" name="Google Shape;486;p22"/>
          <p:cNvSpPr txBox="1"/>
          <p:nvPr>
            <p:ph idx="4" type="title"/>
          </p:nvPr>
        </p:nvSpPr>
        <p:spPr>
          <a:xfrm>
            <a:off x="2134625" y="379347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7" name="Google Shape;487;p22"/>
          <p:cNvSpPr txBox="1"/>
          <p:nvPr>
            <p:ph idx="5" type="body"/>
          </p:nvPr>
        </p:nvSpPr>
        <p:spPr>
          <a:xfrm>
            <a:off x="5788075" y="3793450"/>
            <a:ext cx="3021300" cy="8361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8" name="Google Shape;488;p22"/>
          <p:cNvSpPr txBox="1"/>
          <p:nvPr>
            <p:ph idx="6" type="title"/>
          </p:nvPr>
        </p:nvSpPr>
        <p:spPr>
          <a:xfrm>
            <a:off x="525175" y="379347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9" name="Google Shape;489;p22"/>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90" name="Google Shape;490;p22"/>
          <p:cNvSpPr txBox="1"/>
          <p:nvPr>
            <p:ph idx="8" type="title"/>
          </p:nvPr>
        </p:nvSpPr>
        <p:spPr>
          <a:xfrm>
            <a:off x="2134625" y="191452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1" name="Google Shape;491;p22"/>
          <p:cNvSpPr txBox="1"/>
          <p:nvPr>
            <p:ph idx="9" type="title"/>
          </p:nvPr>
        </p:nvSpPr>
        <p:spPr>
          <a:xfrm>
            <a:off x="525175" y="191452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2" name="Google Shape;492;p22"/>
          <p:cNvSpPr txBox="1"/>
          <p:nvPr>
            <p:ph idx="13"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93" name="Google Shape;493;p22"/>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494" name="Shape 494"/>
        <p:cNvGrpSpPr/>
        <p:nvPr/>
      </p:nvGrpSpPr>
      <p:grpSpPr>
        <a:xfrm>
          <a:off x="0" y="0"/>
          <a:ext cx="0" cy="0"/>
          <a:chOff x="0" y="0"/>
          <a:chExt cx="0" cy="0"/>
        </a:xfrm>
      </p:grpSpPr>
      <p:grpSp>
        <p:nvGrpSpPr>
          <p:cNvPr id="495" name="Google Shape;495;p23"/>
          <p:cNvGrpSpPr/>
          <p:nvPr/>
        </p:nvGrpSpPr>
        <p:grpSpPr>
          <a:xfrm>
            <a:off x="115026" y="364"/>
            <a:ext cx="5125634" cy="5143564"/>
            <a:chOff x="312900" y="2788524"/>
            <a:chExt cx="2221197" cy="1994480"/>
          </a:xfrm>
        </p:grpSpPr>
        <p:grpSp>
          <p:nvGrpSpPr>
            <p:cNvPr id="496" name="Google Shape;496;p23"/>
            <p:cNvGrpSpPr/>
            <p:nvPr/>
          </p:nvGrpSpPr>
          <p:grpSpPr>
            <a:xfrm>
              <a:off x="312900" y="2788524"/>
              <a:ext cx="1851000" cy="1994480"/>
              <a:chOff x="461225" y="3244074"/>
              <a:chExt cx="1851000" cy="1994480"/>
            </a:xfrm>
          </p:grpSpPr>
          <p:grpSp>
            <p:nvGrpSpPr>
              <p:cNvPr id="497" name="Google Shape;497;p23"/>
              <p:cNvGrpSpPr/>
              <p:nvPr/>
            </p:nvGrpSpPr>
            <p:grpSpPr>
              <a:xfrm>
                <a:off x="461229" y="3244074"/>
                <a:ext cx="1850992" cy="1994480"/>
                <a:chOff x="461229" y="3244074"/>
                <a:chExt cx="1850992" cy="1994480"/>
              </a:xfrm>
            </p:grpSpPr>
            <p:sp>
              <p:nvSpPr>
                <p:cNvPr id="498" name="Google Shape;498;p23"/>
                <p:cNvSpPr/>
                <p:nvPr/>
              </p:nvSpPr>
              <p:spPr>
                <a:xfrm>
                  <a:off x="461229" y="324407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9" name="Google Shape;499;p23"/>
                <p:cNvSpPr/>
                <p:nvPr/>
              </p:nvSpPr>
              <p:spPr>
                <a:xfrm>
                  <a:off x="831430" y="5100554"/>
                  <a:ext cx="370200" cy="138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0" name="Google Shape;500;p23"/>
                <p:cNvSpPr/>
                <p:nvPr/>
              </p:nvSpPr>
              <p:spPr>
                <a:xfrm>
                  <a:off x="12016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1" name="Google Shape;501;p23"/>
                <p:cNvSpPr/>
                <p:nvPr/>
              </p:nvSpPr>
              <p:spPr>
                <a:xfrm>
                  <a:off x="15718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2" name="Google Shape;502;p23"/>
                <p:cNvSpPr/>
                <p:nvPr/>
              </p:nvSpPr>
              <p:spPr>
                <a:xfrm>
                  <a:off x="1942021"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3" name="Google Shape;503;p23"/>
              <p:cNvGrpSpPr/>
              <p:nvPr/>
            </p:nvGrpSpPr>
            <p:grpSpPr>
              <a:xfrm>
                <a:off x="461225" y="3619500"/>
                <a:ext cx="1851000" cy="370200"/>
                <a:chOff x="461225" y="3249175"/>
                <a:chExt cx="1851000" cy="370200"/>
              </a:xfrm>
            </p:grpSpPr>
            <p:sp>
              <p:nvSpPr>
                <p:cNvPr id="504" name="Google Shape;50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5" name="Google Shape;50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6" name="Google Shape;50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7" name="Google Shape;50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8" name="Google Shape;50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9" name="Google Shape;509;p23"/>
              <p:cNvGrpSpPr/>
              <p:nvPr/>
            </p:nvGrpSpPr>
            <p:grpSpPr>
              <a:xfrm>
                <a:off x="461225" y="3989700"/>
                <a:ext cx="1851000" cy="1110726"/>
                <a:chOff x="461225" y="3249175"/>
                <a:chExt cx="1851000" cy="1110726"/>
              </a:xfrm>
            </p:grpSpPr>
            <p:sp>
              <p:nvSpPr>
                <p:cNvPr id="510" name="Google Shape;510;p23"/>
                <p:cNvSpPr/>
                <p:nvPr/>
              </p:nvSpPr>
              <p:spPr>
                <a:xfrm>
                  <a:off x="461225" y="3989701"/>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1" name="Google Shape;51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2" name="Google Shape;51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3" name="Google Shape;51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4" name="Google Shape;51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5" name="Google Shape;515;p23"/>
              <p:cNvGrpSpPr/>
              <p:nvPr/>
            </p:nvGrpSpPr>
            <p:grpSpPr>
              <a:xfrm>
                <a:off x="461225" y="4360025"/>
                <a:ext cx="1851000" cy="370200"/>
                <a:chOff x="461225" y="3249175"/>
                <a:chExt cx="1851000" cy="370200"/>
              </a:xfrm>
            </p:grpSpPr>
            <p:sp>
              <p:nvSpPr>
                <p:cNvPr id="516" name="Google Shape;51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7" name="Google Shape;51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8" name="Google Shape;518;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9" name="Google Shape;519;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20" name="Google Shape;520;p23"/>
            <p:cNvSpPr/>
            <p:nvPr/>
          </p:nvSpPr>
          <p:spPr>
            <a:xfrm>
              <a:off x="2163897" y="278852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1" name="Google Shape;521;p23"/>
          <p:cNvGrpSpPr/>
          <p:nvPr/>
        </p:nvGrpSpPr>
        <p:grpSpPr>
          <a:xfrm flipH="1" rot="5400000">
            <a:off x="7145338" y="3274875"/>
            <a:ext cx="2221200" cy="1481050"/>
            <a:chOff x="312900" y="2793625"/>
            <a:chExt cx="2221200" cy="1481050"/>
          </a:xfrm>
        </p:grpSpPr>
        <p:grpSp>
          <p:nvGrpSpPr>
            <p:cNvPr id="522" name="Google Shape;522;p23"/>
            <p:cNvGrpSpPr/>
            <p:nvPr/>
          </p:nvGrpSpPr>
          <p:grpSpPr>
            <a:xfrm>
              <a:off x="312900" y="2793625"/>
              <a:ext cx="1851000" cy="1481050"/>
              <a:chOff x="461225" y="3249175"/>
              <a:chExt cx="1851000" cy="1481050"/>
            </a:xfrm>
          </p:grpSpPr>
          <p:grpSp>
            <p:nvGrpSpPr>
              <p:cNvPr id="523" name="Google Shape;523;p23"/>
              <p:cNvGrpSpPr/>
              <p:nvPr/>
            </p:nvGrpSpPr>
            <p:grpSpPr>
              <a:xfrm>
                <a:off x="461225" y="3249175"/>
                <a:ext cx="1851000" cy="370200"/>
                <a:chOff x="461225" y="3249175"/>
                <a:chExt cx="1851000" cy="370200"/>
              </a:xfrm>
            </p:grpSpPr>
            <p:sp>
              <p:nvSpPr>
                <p:cNvPr id="524" name="Google Shape;52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5" name="Google Shape;52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6" name="Google Shape;52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7" name="Google Shape;52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8" name="Google Shape;52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9" name="Google Shape;529;p23"/>
              <p:cNvGrpSpPr/>
              <p:nvPr/>
            </p:nvGrpSpPr>
            <p:grpSpPr>
              <a:xfrm>
                <a:off x="461225" y="3619500"/>
                <a:ext cx="1851000" cy="370200"/>
                <a:chOff x="461225" y="3249175"/>
                <a:chExt cx="1851000" cy="370200"/>
              </a:xfrm>
            </p:grpSpPr>
            <p:sp>
              <p:nvSpPr>
                <p:cNvPr id="530" name="Google Shape;530;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1" name="Google Shape;53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2" name="Google Shape;53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3" name="Google Shape;53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4" name="Google Shape;53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5" name="Google Shape;535;p23"/>
              <p:cNvGrpSpPr/>
              <p:nvPr/>
            </p:nvGrpSpPr>
            <p:grpSpPr>
              <a:xfrm>
                <a:off x="461225" y="3989700"/>
                <a:ext cx="1851000" cy="370200"/>
                <a:chOff x="461225" y="3249175"/>
                <a:chExt cx="1851000" cy="370200"/>
              </a:xfrm>
            </p:grpSpPr>
            <p:sp>
              <p:nvSpPr>
                <p:cNvPr id="536" name="Google Shape;53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7" name="Google Shape;53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8" name="Google Shape;538;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9" name="Google Shape;539;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0" name="Google Shape;540;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41" name="Google Shape;541;p23"/>
              <p:cNvGrpSpPr/>
              <p:nvPr/>
            </p:nvGrpSpPr>
            <p:grpSpPr>
              <a:xfrm>
                <a:off x="461225" y="4360025"/>
                <a:ext cx="1851000" cy="370200"/>
                <a:chOff x="461225" y="3249175"/>
                <a:chExt cx="1851000" cy="370200"/>
              </a:xfrm>
            </p:grpSpPr>
            <p:sp>
              <p:nvSpPr>
                <p:cNvPr id="542" name="Google Shape;542;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3" name="Google Shape;543;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4" name="Google Shape;544;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5" name="Google Shape;545;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6" name="Google Shape;546;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47" name="Google Shape;547;p2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548" name="Google Shape;548;p23"/>
          <p:cNvSpPr/>
          <p:nvPr/>
        </p:nvSpPr>
        <p:spPr>
          <a:xfrm>
            <a:off x="6255775" y="3774250"/>
            <a:ext cx="2888225" cy="1369250"/>
          </a:xfrm>
          <a:custGeom>
            <a:rect b="b" l="l" r="r" t="t"/>
            <a:pathLst>
              <a:path extrusionOk="0" h="54770" w="115529">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9" name="Google Shape;549;p23"/>
          <p:cNvSpPr/>
          <p:nvPr/>
        </p:nvSpPr>
        <p:spPr>
          <a:xfrm rot="5400000">
            <a:off x="6256650" y="3649999"/>
            <a:ext cx="1392300" cy="3359400"/>
          </a:xfrm>
          <a:prstGeom prst="chord">
            <a:avLst>
              <a:gd fmla="val 5820070" name="adj1"/>
              <a:gd fmla="val 1578453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0" name="Google Shape;550;p23"/>
          <p:cNvSpPr txBox="1"/>
          <p:nvPr>
            <p:ph idx="1" type="subTitle"/>
          </p:nvPr>
        </p:nvSpPr>
        <p:spPr>
          <a:xfrm>
            <a:off x="4482800" y="3963975"/>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1" name="Google Shape;551;p23"/>
          <p:cNvSpPr txBox="1"/>
          <p:nvPr>
            <p:ph idx="2" type="subTitle"/>
          </p:nvPr>
        </p:nvSpPr>
        <p:spPr>
          <a:xfrm>
            <a:off x="4482800" y="3731112"/>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2" name="Google Shape;552;p2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53" name="Google Shape;553;p23"/>
          <p:cNvSpPr txBox="1"/>
          <p:nvPr>
            <p:ph idx="3" type="title"/>
          </p:nvPr>
        </p:nvSpPr>
        <p:spPr>
          <a:xfrm>
            <a:off x="115025" y="4710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54" name="Google Shape;554;p23"/>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5" name="Google Shape;555;p23"/>
          <p:cNvSpPr txBox="1"/>
          <p:nvPr>
            <p:ph idx="5" type="subTitle"/>
          </p:nvPr>
        </p:nvSpPr>
        <p:spPr>
          <a:xfrm>
            <a:off x="4482800" y="3195787"/>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6" name="Google Shape;556;p23"/>
          <p:cNvSpPr txBox="1"/>
          <p:nvPr>
            <p:ph idx="6" type="subTitle"/>
          </p:nvPr>
        </p:nvSpPr>
        <p:spPr>
          <a:xfrm>
            <a:off x="4482800" y="2894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7" name="Google Shape;557;p23"/>
          <p:cNvSpPr txBox="1"/>
          <p:nvPr>
            <p:ph idx="7" type="subTitle"/>
          </p:nvPr>
        </p:nvSpPr>
        <p:spPr>
          <a:xfrm>
            <a:off x="4482800" y="2662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8" name="Google Shape;558;p23"/>
          <p:cNvSpPr txBox="1"/>
          <p:nvPr>
            <p:ph idx="8" type="subTitle"/>
          </p:nvPr>
        </p:nvSpPr>
        <p:spPr>
          <a:xfrm>
            <a:off x="4482800" y="2361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9" name="Google Shape;559;p23"/>
          <p:cNvSpPr txBox="1"/>
          <p:nvPr>
            <p:ph idx="9" type="subTitle"/>
          </p:nvPr>
        </p:nvSpPr>
        <p:spPr>
          <a:xfrm>
            <a:off x="4482800" y="2129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0" name="Google Shape;560;p23"/>
          <p:cNvSpPr txBox="1"/>
          <p:nvPr>
            <p:ph idx="13" type="subTitle"/>
          </p:nvPr>
        </p:nvSpPr>
        <p:spPr>
          <a:xfrm>
            <a:off x="4482800" y="1829238"/>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1" name="Google Shape;561;p23"/>
          <p:cNvSpPr txBox="1"/>
          <p:nvPr>
            <p:ph idx="14" type="subTitle"/>
          </p:nvPr>
        </p:nvSpPr>
        <p:spPr>
          <a:xfrm>
            <a:off x="4482800" y="1596375"/>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2" name="Google Shape;562;p23"/>
          <p:cNvSpPr txBox="1"/>
          <p:nvPr>
            <p:ph idx="15" type="subTitle"/>
          </p:nvPr>
        </p:nvSpPr>
        <p:spPr>
          <a:xfrm>
            <a:off x="4482800" y="129661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3" name="Google Shape;563;p23"/>
          <p:cNvSpPr txBox="1"/>
          <p:nvPr>
            <p:ph idx="16" type="subTitle"/>
          </p:nvPr>
        </p:nvSpPr>
        <p:spPr>
          <a:xfrm>
            <a:off x="4482800" y="106375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4" name="Google Shape;564;p23"/>
          <p:cNvSpPr txBox="1"/>
          <p:nvPr>
            <p:ph idx="17"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Persona Infographic">
  <p:cSld name="BLANK_1_1_1_1_1_1_1_1_1_1_1_1_3">
    <p:bg>
      <p:bgPr>
        <a:solidFill>
          <a:schemeClr val="lt1"/>
        </a:solidFill>
      </p:bgPr>
    </p:bg>
    <p:spTree>
      <p:nvGrpSpPr>
        <p:cNvPr id="565" name="Shape 565"/>
        <p:cNvGrpSpPr/>
        <p:nvPr/>
      </p:nvGrpSpPr>
      <p:grpSpPr>
        <a:xfrm>
          <a:off x="0" y="0"/>
          <a:ext cx="0" cy="0"/>
          <a:chOff x="0" y="0"/>
          <a:chExt cx="0" cy="0"/>
        </a:xfrm>
      </p:grpSpPr>
      <p:sp>
        <p:nvSpPr>
          <p:cNvPr id="566" name="Google Shape;566;p24"/>
          <p:cNvSpPr/>
          <p:nvPr/>
        </p:nvSpPr>
        <p:spPr>
          <a:xfrm>
            <a:off x="6702700" y="2532550"/>
            <a:ext cx="2441400" cy="261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7" name="Google Shape;567;p24"/>
          <p:cNvSpPr/>
          <p:nvPr>
            <p:ph idx="2" type="pic"/>
          </p:nvPr>
        </p:nvSpPr>
        <p:spPr>
          <a:xfrm>
            <a:off x="6702600" y="-16150"/>
            <a:ext cx="2441400" cy="2574600"/>
          </a:xfrm>
          <a:prstGeom prst="rect">
            <a:avLst/>
          </a:prstGeom>
          <a:noFill/>
          <a:ln>
            <a:noFill/>
          </a:ln>
        </p:spPr>
      </p:sp>
      <p:sp>
        <p:nvSpPr>
          <p:cNvPr id="568" name="Google Shape;568;p24"/>
          <p:cNvSpPr txBox="1"/>
          <p:nvPr>
            <p:ph idx="1" type="subTitle"/>
          </p:nvPr>
        </p:nvSpPr>
        <p:spPr>
          <a:xfrm>
            <a:off x="115025" y="1739375"/>
            <a:ext cx="3460800" cy="1776600"/>
          </a:xfrm>
          <a:prstGeom prst="rect">
            <a:avLst/>
          </a:prstGeom>
        </p:spPr>
        <p:txBody>
          <a:bodyPr anchorCtr="0" anchor="t" bIns="0" lIns="91425" spcFirstLastPara="1" rIns="91425" wrap="square" tIns="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p:txBody>
      </p:sp>
      <p:sp>
        <p:nvSpPr>
          <p:cNvPr id="569" name="Google Shape;569;p24"/>
          <p:cNvSpPr txBox="1"/>
          <p:nvPr>
            <p:ph idx="3" type="subTitle"/>
          </p:nvPr>
        </p:nvSpPr>
        <p:spPr>
          <a:xfrm>
            <a:off x="115025" y="3869063"/>
            <a:ext cx="3460800" cy="8004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570" name="Google Shape;570;p24"/>
          <p:cNvSpPr txBox="1"/>
          <p:nvPr>
            <p:ph type="title"/>
          </p:nvPr>
        </p:nvSpPr>
        <p:spPr>
          <a:xfrm>
            <a:off x="3656050" y="1739375"/>
            <a:ext cx="2960700" cy="237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1" name="Google Shape;571;p24"/>
          <p:cNvSpPr txBox="1"/>
          <p:nvPr>
            <p:ph idx="4" type="title"/>
          </p:nvPr>
        </p:nvSpPr>
        <p:spPr>
          <a:xfrm>
            <a:off x="3656050" y="2786778"/>
            <a:ext cx="29607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2" name="Google Shape;572;p24"/>
          <p:cNvSpPr txBox="1"/>
          <p:nvPr>
            <p:ph idx="5" type="title"/>
          </p:nvPr>
        </p:nvSpPr>
        <p:spPr>
          <a:xfrm>
            <a:off x="3624425" y="4231975"/>
            <a:ext cx="9006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3" name="Google Shape;573;p24"/>
          <p:cNvSpPr txBox="1"/>
          <p:nvPr>
            <p:ph idx="6" type="title"/>
          </p:nvPr>
        </p:nvSpPr>
        <p:spPr>
          <a:xfrm>
            <a:off x="115025" y="1079975"/>
            <a:ext cx="6055500" cy="492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574" name="Google Shape;574;p24"/>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575" name="Google Shape;575;p24"/>
          <p:cNvSpPr txBox="1"/>
          <p:nvPr>
            <p:ph idx="8" type="title"/>
          </p:nvPr>
        </p:nvSpPr>
        <p:spPr>
          <a:xfrm>
            <a:off x="115025" y="473240"/>
            <a:ext cx="6055500" cy="577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576" name="Google Shape;576;p24"/>
          <p:cNvSpPr txBox="1"/>
          <p:nvPr>
            <p:ph idx="9" type="title"/>
          </p:nvPr>
        </p:nvSpPr>
        <p:spPr>
          <a:xfrm>
            <a:off x="115025" y="3631463"/>
            <a:ext cx="3460800" cy="237600"/>
          </a:xfrm>
          <a:prstGeom prst="rect">
            <a:avLst/>
          </a:prstGeom>
        </p:spPr>
        <p:txBody>
          <a:bodyPr anchorCtr="0" anchor="t" bIns="0" lIns="91425" spcFirstLastPara="1" rIns="0" wrap="square" tIns="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7" name="Google Shape;577;p24"/>
          <p:cNvSpPr txBox="1"/>
          <p:nvPr>
            <p:ph idx="13" type="subTitle"/>
          </p:nvPr>
        </p:nvSpPr>
        <p:spPr>
          <a:xfrm>
            <a:off x="6751650" y="259910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8" name="Google Shape;578;p24"/>
          <p:cNvSpPr txBox="1"/>
          <p:nvPr>
            <p:ph idx="14" type="subTitle"/>
          </p:nvPr>
        </p:nvSpPr>
        <p:spPr>
          <a:xfrm>
            <a:off x="6751650" y="291237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9" name="Google Shape;579;p24"/>
          <p:cNvSpPr txBox="1"/>
          <p:nvPr>
            <p:ph idx="15" type="subTitle"/>
          </p:nvPr>
        </p:nvSpPr>
        <p:spPr>
          <a:xfrm>
            <a:off x="6751650" y="3225655"/>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0" name="Google Shape;580;p24"/>
          <p:cNvSpPr txBox="1"/>
          <p:nvPr>
            <p:ph idx="16" type="subTitle"/>
          </p:nvPr>
        </p:nvSpPr>
        <p:spPr>
          <a:xfrm>
            <a:off x="6751650" y="3538932"/>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1" name="Google Shape;581;p24"/>
          <p:cNvSpPr txBox="1"/>
          <p:nvPr>
            <p:ph idx="17" type="subTitle"/>
          </p:nvPr>
        </p:nvSpPr>
        <p:spPr>
          <a:xfrm>
            <a:off x="6751650" y="385221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2" name="Google Shape;582;p24"/>
          <p:cNvSpPr txBox="1"/>
          <p:nvPr>
            <p:ph idx="18" type="subTitle"/>
          </p:nvPr>
        </p:nvSpPr>
        <p:spPr>
          <a:xfrm>
            <a:off x="6751650" y="416548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3" name="Google Shape;583;p24"/>
          <p:cNvSpPr txBox="1"/>
          <p:nvPr>
            <p:ph idx="19"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584" name="Shape 584"/>
        <p:cNvGrpSpPr/>
        <p:nvPr/>
      </p:nvGrpSpPr>
      <p:grpSpPr>
        <a:xfrm>
          <a:off x="0" y="0"/>
          <a:ext cx="0" cy="0"/>
          <a:chOff x="0" y="0"/>
          <a:chExt cx="0" cy="0"/>
        </a:xfrm>
      </p:grpSpPr>
      <p:sp>
        <p:nvSpPr>
          <p:cNvPr id="585" name="Google Shape;585;p25"/>
          <p:cNvSpPr/>
          <p:nvPr/>
        </p:nvSpPr>
        <p:spPr>
          <a:xfrm flipH="1" rot="-8100000">
            <a:off x="4692650" y="965198"/>
            <a:ext cx="4843399" cy="248024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6" name="Google Shape;586;p25"/>
          <p:cNvSpPr/>
          <p:nvPr/>
        </p:nvSpPr>
        <p:spPr>
          <a:xfrm flipH="1" rot="10800000">
            <a:off x="4676692" y="3337812"/>
            <a:ext cx="4467295" cy="1685226"/>
          </a:xfrm>
          <a:custGeom>
            <a:rect b="b" l="l" r="r" t="t"/>
            <a:pathLst>
              <a:path extrusionOk="0" h="51371" w="119855">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87" name="Google Shape;587;p25"/>
          <p:cNvSpPr/>
          <p:nvPr>
            <p:ph idx="2" type="pic"/>
          </p:nvPr>
        </p:nvSpPr>
        <p:spPr>
          <a:xfrm>
            <a:off x="5457500" y="0"/>
            <a:ext cx="3686400" cy="5143500"/>
          </a:xfrm>
          <a:prstGeom prst="rect">
            <a:avLst/>
          </a:prstGeom>
          <a:noFill/>
          <a:ln>
            <a:noFill/>
          </a:ln>
        </p:spPr>
      </p:sp>
      <p:sp>
        <p:nvSpPr>
          <p:cNvPr id="588" name="Google Shape;588;p25"/>
          <p:cNvSpPr txBox="1"/>
          <p:nvPr>
            <p:ph idx="1" type="body"/>
          </p:nvPr>
        </p:nvSpPr>
        <p:spPr>
          <a:xfrm>
            <a:off x="115025" y="1743625"/>
            <a:ext cx="2094000" cy="2864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Light"/>
              <a:buChar char="●"/>
              <a:defRPr sz="1000">
                <a:latin typeface="Sora Light"/>
                <a:ea typeface="Sora Light"/>
                <a:cs typeface="Sora Light"/>
                <a:sym typeface="Sora Light"/>
              </a:defRPr>
            </a:lvl1pPr>
            <a:lvl2pPr indent="-292100" lvl="1" marL="914400">
              <a:spcBef>
                <a:spcPts val="800"/>
              </a:spcBef>
              <a:spcAft>
                <a:spcPts val="0"/>
              </a:spcAft>
              <a:buSzPts val="1000"/>
              <a:buFont typeface="Sora Light"/>
              <a:buChar char="○"/>
              <a:defRPr sz="1000">
                <a:latin typeface="Sora Light"/>
                <a:ea typeface="Sora Light"/>
                <a:cs typeface="Sora Light"/>
                <a:sym typeface="Sora Light"/>
              </a:defRPr>
            </a:lvl2pPr>
            <a:lvl3pPr indent="-292100" lvl="2" marL="1371600">
              <a:spcBef>
                <a:spcPts val="800"/>
              </a:spcBef>
              <a:spcAft>
                <a:spcPts val="0"/>
              </a:spcAft>
              <a:buSzPts val="1000"/>
              <a:buFont typeface="Sora Light"/>
              <a:buChar char="■"/>
              <a:defRPr sz="1000">
                <a:latin typeface="Sora Light"/>
                <a:ea typeface="Sora Light"/>
                <a:cs typeface="Sora Light"/>
                <a:sym typeface="Sora Light"/>
              </a:defRPr>
            </a:lvl3pPr>
            <a:lvl4pPr indent="-292100" lvl="3" marL="1828800">
              <a:spcBef>
                <a:spcPts val="800"/>
              </a:spcBef>
              <a:spcAft>
                <a:spcPts val="0"/>
              </a:spcAft>
              <a:buSzPts val="1000"/>
              <a:buFont typeface="Sora Light"/>
              <a:buChar char="●"/>
              <a:defRPr sz="1000">
                <a:latin typeface="Sora Light"/>
                <a:ea typeface="Sora Light"/>
                <a:cs typeface="Sora Light"/>
                <a:sym typeface="Sora Light"/>
              </a:defRPr>
            </a:lvl4pPr>
            <a:lvl5pPr indent="-292100" lvl="4" marL="2286000">
              <a:spcBef>
                <a:spcPts val="800"/>
              </a:spcBef>
              <a:spcAft>
                <a:spcPts val="0"/>
              </a:spcAft>
              <a:buSzPts val="1000"/>
              <a:buFont typeface="Sora Light"/>
              <a:buChar char="○"/>
              <a:defRPr sz="1000">
                <a:latin typeface="Sora Light"/>
                <a:ea typeface="Sora Light"/>
                <a:cs typeface="Sora Light"/>
                <a:sym typeface="Sora Light"/>
              </a:defRPr>
            </a:lvl5pPr>
            <a:lvl6pPr indent="-292100" lvl="5" marL="2743200">
              <a:spcBef>
                <a:spcPts val="800"/>
              </a:spcBef>
              <a:spcAft>
                <a:spcPts val="0"/>
              </a:spcAft>
              <a:buSzPts val="1000"/>
              <a:buFont typeface="Sora Light"/>
              <a:buChar char="■"/>
              <a:defRPr sz="1000">
                <a:latin typeface="Sora Light"/>
                <a:ea typeface="Sora Light"/>
                <a:cs typeface="Sora Light"/>
                <a:sym typeface="Sora Light"/>
              </a:defRPr>
            </a:lvl6pPr>
            <a:lvl7pPr indent="-292100" lvl="6" marL="3200400">
              <a:spcBef>
                <a:spcPts val="800"/>
              </a:spcBef>
              <a:spcAft>
                <a:spcPts val="0"/>
              </a:spcAft>
              <a:buSzPts val="1000"/>
              <a:buFont typeface="Sora Light"/>
              <a:buChar char="●"/>
              <a:defRPr sz="1000">
                <a:latin typeface="Sora Light"/>
                <a:ea typeface="Sora Light"/>
                <a:cs typeface="Sora Light"/>
                <a:sym typeface="Sora Light"/>
              </a:defRPr>
            </a:lvl7pPr>
            <a:lvl8pPr indent="-292100" lvl="7" marL="3657600">
              <a:spcBef>
                <a:spcPts val="800"/>
              </a:spcBef>
              <a:spcAft>
                <a:spcPts val="0"/>
              </a:spcAft>
              <a:buSzPts val="1000"/>
              <a:buFont typeface="Sora Light"/>
              <a:buChar char="○"/>
              <a:defRPr sz="1000">
                <a:latin typeface="Sora Light"/>
                <a:ea typeface="Sora Light"/>
                <a:cs typeface="Sora Light"/>
                <a:sym typeface="Sora Light"/>
              </a:defRPr>
            </a:lvl8pPr>
            <a:lvl9pPr indent="-292100" lvl="8" marL="4114800">
              <a:spcBef>
                <a:spcPts val="800"/>
              </a:spcBef>
              <a:spcAft>
                <a:spcPts val="800"/>
              </a:spcAft>
              <a:buSzPts val="1000"/>
              <a:buFont typeface="Sora Light"/>
              <a:buChar char="■"/>
              <a:defRPr sz="1000">
                <a:latin typeface="Sora Light"/>
                <a:ea typeface="Sora Light"/>
                <a:cs typeface="Sora Light"/>
                <a:sym typeface="Sora Light"/>
              </a:defRPr>
            </a:lvl9pPr>
          </a:lstStyle>
          <a:p/>
        </p:txBody>
      </p:sp>
      <p:sp>
        <p:nvSpPr>
          <p:cNvPr id="589" name="Google Shape;589;p25"/>
          <p:cNvSpPr txBox="1"/>
          <p:nvPr>
            <p:ph idx="3" type="body"/>
          </p:nvPr>
        </p:nvSpPr>
        <p:spPr>
          <a:xfrm>
            <a:off x="2276600" y="1743625"/>
            <a:ext cx="2904900" cy="28647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p:txBody>
      </p:sp>
      <p:sp>
        <p:nvSpPr>
          <p:cNvPr id="590" name="Google Shape;590;p2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91" name="Google Shape;591;p25"/>
          <p:cNvSpPr txBox="1"/>
          <p:nvPr>
            <p:ph idx="4" type="title"/>
          </p:nvPr>
        </p:nvSpPr>
        <p:spPr>
          <a:xfrm>
            <a:off x="115025" y="502775"/>
            <a:ext cx="51255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92" name="Google Shape;592;p25"/>
          <p:cNvSpPr txBox="1"/>
          <p:nvPr>
            <p:ph idx="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2">
  <p:cSld name="BLANK_1_1_1_1_1_1_1_1_1_1_1_1_1_1">
    <p:bg>
      <p:bgPr>
        <a:solidFill>
          <a:schemeClr val="lt1"/>
        </a:solidFill>
      </p:bgPr>
    </p:bg>
    <p:spTree>
      <p:nvGrpSpPr>
        <p:cNvPr id="593" name="Shape 593"/>
        <p:cNvGrpSpPr/>
        <p:nvPr/>
      </p:nvGrpSpPr>
      <p:grpSpPr>
        <a:xfrm>
          <a:off x="0" y="0"/>
          <a:ext cx="0" cy="0"/>
          <a:chOff x="0" y="0"/>
          <a:chExt cx="0" cy="0"/>
        </a:xfrm>
      </p:grpSpPr>
      <p:grpSp>
        <p:nvGrpSpPr>
          <p:cNvPr id="594" name="Google Shape;594;p26"/>
          <p:cNvGrpSpPr/>
          <p:nvPr/>
        </p:nvGrpSpPr>
        <p:grpSpPr>
          <a:xfrm>
            <a:off x="7704171" y="1036593"/>
            <a:ext cx="1439893" cy="3234395"/>
            <a:chOff x="461225" y="3249175"/>
            <a:chExt cx="1110600" cy="2221578"/>
          </a:xfrm>
        </p:grpSpPr>
        <p:grpSp>
          <p:nvGrpSpPr>
            <p:cNvPr id="595" name="Google Shape;595;p26"/>
            <p:cNvGrpSpPr/>
            <p:nvPr/>
          </p:nvGrpSpPr>
          <p:grpSpPr>
            <a:xfrm>
              <a:off x="831422" y="3249175"/>
              <a:ext cx="740403" cy="2221578"/>
              <a:chOff x="831422" y="3249175"/>
              <a:chExt cx="740403" cy="2221578"/>
            </a:xfrm>
          </p:grpSpPr>
          <p:sp>
            <p:nvSpPr>
              <p:cNvPr id="596" name="Google Shape;596;p26"/>
              <p:cNvSpPr/>
              <p:nvPr/>
            </p:nvSpPr>
            <p:spPr>
              <a:xfrm>
                <a:off x="831422"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7" name="Google Shape;597;p26"/>
              <p:cNvSpPr/>
              <p:nvPr/>
            </p:nvSpPr>
            <p:spPr>
              <a:xfrm>
                <a:off x="1201622" y="510055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8" name="Google Shape;598;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599" name="Google Shape;599;p26"/>
            <p:cNvGrpSpPr/>
            <p:nvPr/>
          </p:nvGrpSpPr>
          <p:grpSpPr>
            <a:xfrm>
              <a:off x="461225" y="3619500"/>
              <a:ext cx="1110600" cy="370200"/>
              <a:chOff x="461225" y="3249175"/>
              <a:chExt cx="1110600" cy="370200"/>
            </a:xfrm>
          </p:grpSpPr>
          <p:sp>
            <p:nvSpPr>
              <p:cNvPr id="600" name="Google Shape;600;p26"/>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1" name="Google Shape;601;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2" name="Google Shape;602;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3" name="Google Shape;603;p26"/>
            <p:cNvGrpSpPr/>
            <p:nvPr/>
          </p:nvGrpSpPr>
          <p:grpSpPr>
            <a:xfrm>
              <a:off x="461225" y="3989700"/>
              <a:ext cx="1110600" cy="1110726"/>
              <a:chOff x="461225" y="3249175"/>
              <a:chExt cx="1110600" cy="1110726"/>
            </a:xfrm>
          </p:grpSpPr>
          <p:sp>
            <p:nvSpPr>
              <p:cNvPr id="604" name="Google Shape;604;p26"/>
              <p:cNvSpPr/>
              <p:nvPr/>
            </p:nvSpPr>
            <p:spPr>
              <a:xfrm>
                <a:off x="461225" y="3989701"/>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5" name="Google Shape;605;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6" name="Google Shape;606;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7" name="Google Shape;607;p26"/>
            <p:cNvGrpSpPr/>
            <p:nvPr/>
          </p:nvGrpSpPr>
          <p:grpSpPr>
            <a:xfrm>
              <a:off x="831422" y="4360025"/>
              <a:ext cx="370203" cy="740520"/>
              <a:chOff x="831422" y="3249175"/>
              <a:chExt cx="370203" cy="740520"/>
            </a:xfrm>
          </p:grpSpPr>
          <p:sp>
            <p:nvSpPr>
              <p:cNvPr id="608" name="Google Shape;608;p26"/>
              <p:cNvSpPr/>
              <p:nvPr/>
            </p:nvSpPr>
            <p:spPr>
              <a:xfrm>
                <a:off x="831422" y="361949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9" name="Google Shape;609;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sp>
        <p:nvSpPr>
          <p:cNvPr id="610" name="Google Shape;610;p26"/>
          <p:cNvSpPr/>
          <p:nvPr/>
        </p:nvSpPr>
        <p:spPr>
          <a:xfrm>
            <a:off x="7394250" y="-8100"/>
            <a:ext cx="1759750" cy="2691775"/>
          </a:xfrm>
          <a:custGeom>
            <a:rect b="b" l="l" r="r" t="t"/>
            <a:pathLst>
              <a:path extrusionOk="0" h="107671" w="7039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611" name="Google Shape;611;p2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12" name="Google Shape;612;p26"/>
          <p:cNvSpPr txBox="1"/>
          <p:nvPr>
            <p:ph idx="2" type="title"/>
          </p:nvPr>
        </p:nvSpPr>
        <p:spPr>
          <a:xfrm>
            <a:off x="115025" y="502775"/>
            <a:ext cx="6055500" cy="840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13" name="Google Shape;613;p26"/>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614" name="Google Shape;614;p26"/>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p:txBody>
      </p:sp>
      <p:sp>
        <p:nvSpPr>
          <p:cNvPr id="615" name="Google Shape;615;p26"/>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616" name="Google Shape;616;p26"/>
          <p:cNvSpPr txBox="1"/>
          <p:nvPr>
            <p:ph idx="1" type="body"/>
          </p:nvPr>
        </p:nvSpPr>
        <p:spPr>
          <a:xfrm>
            <a:off x="115025"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7" name="Google Shape;617;p26"/>
          <p:cNvSpPr txBox="1"/>
          <p:nvPr>
            <p:ph idx="6" type="body"/>
          </p:nvPr>
        </p:nvSpPr>
        <p:spPr>
          <a:xfrm>
            <a:off x="115025"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8" name="Google Shape;618;p26"/>
          <p:cNvSpPr txBox="1"/>
          <p:nvPr>
            <p:ph idx="7" type="body"/>
          </p:nvPr>
        </p:nvSpPr>
        <p:spPr>
          <a:xfrm>
            <a:off x="2634200"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9" name="Google Shape;619;p26"/>
          <p:cNvSpPr txBox="1"/>
          <p:nvPr>
            <p:ph idx="8" type="body"/>
          </p:nvPr>
        </p:nvSpPr>
        <p:spPr>
          <a:xfrm>
            <a:off x="2634200"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0" name="Google Shape;620;p26"/>
          <p:cNvSpPr txBox="1"/>
          <p:nvPr>
            <p:ph idx="9" type="body"/>
          </p:nvPr>
        </p:nvSpPr>
        <p:spPr>
          <a:xfrm>
            <a:off x="5169188"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1" name="Google Shape;621;p26"/>
          <p:cNvSpPr txBox="1"/>
          <p:nvPr>
            <p:ph idx="13" type="body"/>
          </p:nvPr>
        </p:nvSpPr>
        <p:spPr>
          <a:xfrm>
            <a:off x="5169188"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2" name="Google Shape;622;p26"/>
          <p:cNvSpPr txBox="1"/>
          <p:nvPr>
            <p:ph idx="14"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15:clr>
            <a:srgbClr val="E46962"/>
          </p15:clr>
        </p15:guide>
        <p15:guide id="2" pos="576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Alt 1">
  <p:cSld name="BLANK_1_1_1_1_1_1_1_1_1_1_1_1_1_1_1">
    <p:bg>
      <p:bgPr>
        <a:solidFill>
          <a:schemeClr val="lt1"/>
        </a:solidFill>
      </p:bgPr>
    </p:bg>
    <p:spTree>
      <p:nvGrpSpPr>
        <p:cNvPr id="623" name="Shape 623"/>
        <p:cNvGrpSpPr/>
        <p:nvPr/>
      </p:nvGrpSpPr>
      <p:grpSpPr>
        <a:xfrm>
          <a:off x="0" y="0"/>
          <a:ext cx="0" cy="0"/>
          <a:chOff x="0" y="0"/>
          <a:chExt cx="0" cy="0"/>
        </a:xfrm>
      </p:grpSpPr>
      <p:grpSp>
        <p:nvGrpSpPr>
          <p:cNvPr id="624" name="Google Shape;624;p27"/>
          <p:cNvGrpSpPr/>
          <p:nvPr/>
        </p:nvGrpSpPr>
        <p:grpSpPr>
          <a:xfrm>
            <a:off x="0" y="506850"/>
            <a:ext cx="930250" cy="2593175"/>
            <a:chOff x="0" y="506850"/>
            <a:chExt cx="930250" cy="2593175"/>
          </a:xfrm>
        </p:grpSpPr>
        <p:grpSp>
          <p:nvGrpSpPr>
            <p:cNvPr id="625" name="Google Shape;625;p27"/>
            <p:cNvGrpSpPr/>
            <p:nvPr/>
          </p:nvGrpSpPr>
          <p:grpSpPr>
            <a:xfrm>
              <a:off x="0" y="877050"/>
              <a:ext cx="930250" cy="2222975"/>
              <a:chOff x="1233650" y="2421900"/>
              <a:chExt cx="930250" cy="2222975"/>
            </a:xfrm>
          </p:grpSpPr>
          <p:grpSp>
            <p:nvGrpSpPr>
              <p:cNvPr id="626" name="Google Shape;626;p27"/>
              <p:cNvGrpSpPr/>
              <p:nvPr/>
            </p:nvGrpSpPr>
            <p:grpSpPr>
              <a:xfrm>
                <a:off x="1233650" y="2793625"/>
                <a:ext cx="560050" cy="1851250"/>
                <a:chOff x="1381975" y="3249175"/>
                <a:chExt cx="560050" cy="1851250"/>
              </a:xfrm>
            </p:grpSpPr>
            <p:sp>
              <p:nvSpPr>
                <p:cNvPr id="627" name="Google Shape;627;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8" name="Google Shape;628;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29" name="Google Shape;629;p27"/>
                <p:cNvGrpSpPr/>
                <p:nvPr/>
              </p:nvGrpSpPr>
              <p:grpSpPr>
                <a:xfrm>
                  <a:off x="1381975" y="3989700"/>
                  <a:ext cx="560050" cy="1110725"/>
                  <a:chOff x="1381975" y="3249175"/>
                  <a:chExt cx="560050" cy="1110725"/>
                </a:xfrm>
              </p:grpSpPr>
              <p:sp>
                <p:nvSpPr>
                  <p:cNvPr id="630" name="Google Shape;630;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1" name="Google Shape;631;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2" name="Google Shape;632;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33" name="Google Shape;633;p27"/>
                <p:cNvGrpSpPr/>
                <p:nvPr/>
              </p:nvGrpSpPr>
              <p:grpSpPr>
                <a:xfrm>
                  <a:off x="1381975" y="4360025"/>
                  <a:ext cx="560050" cy="370200"/>
                  <a:chOff x="1381975" y="3249175"/>
                  <a:chExt cx="560050" cy="370200"/>
                </a:xfrm>
              </p:grpSpPr>
              <p:sp>
                <p:nvSpPr>
                  <p:cNvPr id="634" name="Google Shape;63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5" name="Google Shape;63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36" name="Google Shape;636;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7" name="Google Shape;637;p27"/>
            <p:cNvSpPr/>
            <p:nvPr/>
          </p:nvSpPr>
          <p:spPr>
            <a:xfrm>
              <a:off x="183800" y="5068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8" name="Google Shape;638;p27"/>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639" name="Google Shape;639;p27"/>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640" name="Google Shape;640;p27"/>
          <p:cNvSpPr txBox="1"/>
          <p:nvPr>
            <p:ph idx="2" type="subTitle"/>
          </p:nvPr>
        </p:nvSpPr>
        <p:spPr>
          <a:xfrm>
            <a:off x="2942250"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1" name="Google Shape;641;p27"/>
          <p:cNvSpPr txBox="1"/>
          <p:nvPr>
            <p:ph idx="3" type="subTitle"/>
          </p:nvPr>
        </p:nvSpPr>
        <p:spPr>
          <a:xfrm>
            <a:off x="1078950"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2" name="Google Shape;642;p27"/>
          <p:cNvSpPr txBox="1"/>
          <p:nvPr>
            <p:ph idx="4" type="subTitle"/>
          </p:nvPr>
        </p:nvSpPr>
        <p:spPr>
          <a:xfrm>
            <a:off x="4798644"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3" name="Google Shape;643;p27"/>
          <p:cNvSpPr txBox="1"/>
          <p:nvPr>
            <p:ph idx="5" type="subTitle"/>
          </p:nvPr>
        </p:nvSpPr>
        <p:spPr>
          <a:xfrm>
            <a:off x="294225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4" name="Google Shape;644;p27"/>
          <p:cNvSpPr txBox="1"/>
          <p:nvPr>
            <p:ph idx="6" type="subTitle"/>
          </p:nvPr>
        </p:nvSpPr>
        <p:spPr>
          <a:xfrm>
            <a:off x="6671581"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5" name="Google Shape;645;p27"/>
          <p:cNvSpPr txBox="1"/>
          <p:nvPr>
            <p:ph idx="7" type="subTitle"/>
          </p:nvPr>
        </p:nvSpPr>
        <p:spPr>
          <a:xfrm>
            <a:off x="479864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646" name="Google Shape;646;p27"/>
          <p:cNvGrpSpPr/>
          <p:nvPr/>
        </p:nvGrpSpPr>
        <p:grpSpPr>
          <a:xfrm rot="5400000">
            <a:off x="7381575" y="-838700"/>
            <a:ext cx="930250" cy="2591775"/>
            <a:chOff x="0" y="508250"/>
            <a:chExt cx="930250" cy="2591775"/>
          </a:xfrm>
        </p:grpSpPr>
        <p:grpSp>
          <p:nvGrpSpPr>
            <p:cNvPr id="647" name="Google Shape;647;p27"/>
            <p:cNvGrpSpPr/>
            <p:nvPr/>
          </p:nvGrpSpPr>
          <p:grpSpPr>
            <a:xfrm>
              <a:off x="0" y="877050"/>
              <a:ext cx="930250" cy="2222975"/>
              <a:chOff x="1233650" y="2421900"/>
              <a:chExt cx="930250" cy="2222975"/>
            </a:xfrm>
          </p:grpSpPr>
          <p:grpSp>
            <p:nvGrpSpPr>
              <p:cNvPr id="648" name="Google Shape;648;p27"/>
              <p:cNvGrpSpPr/>
              <p:nvPr/>
            </p:nvGrpSpPr>
            <p:grpSpPr>
              <a:xfrm>
                <a:off x="1233650" y="2793625"/>
                <a:ext cx="930250" cy="1851250"/>
                <a:chOff x="1381975" y="3249175"/>
                <a:chExt cx="930250" cy="1851250"/>
              </a:xfrm>
            </p:grpSpPr>
            <p:grpSp>
              <p:nvGrpSpPr>
                <p:cNvPr id="649" name="Google Shape;649;p27"/>
                <p:cNvGrpSpPr/>
                <p:nvPr/>
              </p:nvGrpSpPr>
              <p:grpSpPr>
                <a:xfrm>
                  <a:off x="1571825" y="3249175"/>
                  <a:ext cx="740400" cy="370200"/>
                  <a:chOff x="1571825" y="3249175"/>
                  <a:chExt cx="740400" cy="370200"/>
                </a:xfrm>
              </p:grpSpPr>
              <p:sp>
                <p:nvSpPr>
                  <p:cNvPr id="650" name="Google Shape;650;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1" name="Google Shape;651;p27"/>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52" name="Google Shape;652;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53" name="Google Shape;653;p27"/>
                <p:cNvGrpSpPr/>
                <p:nvPr/>
              </p:nvGrpSpPr>
              <p:grpSpPr>
                <a:xfrm>
                  <a:off x="1381975" y="3989700"/>
                  <a:ext cx="560050" cy="1110725"/>
                  <a:chOff x="1381975" y="3249175"/>
                  <a:chExt cx="560050" cy="1110725"/>
                </a:xfrm>
              </p:grpSpPr>
              <p:sp>
                <p:nvSpPr>
                  <p:cNvPr id="654" name="Google Shape;65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5" name="Google Shape;65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6" name="Google Shape;656;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57" name="Google Shape;657;p27"/>
                <p:cNvGrpSpPr/>
                <p:nvPr/>
              </p:nvGrpSpPr>
              <p:grpSpPr>
                <a:xfrm>
                  <a:off x="1381975" y="4360025"/>
                  <a:ext cx="560050" cy="370200"/>
                  <a:chOff x="1381975" y="3249175"/>
                  <a:chExt cx="560050" cy="370200"/>
                </a:xfrm>
              </p:grpSpPr>
              <p:sp>
                <p:nvSpPr>
                  <p:cNvPr id="658" name="Google Shape;658;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9" name="Google Shape;659;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60" name="Google Shape;660;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1" name="Google Shape;661;p27"/>
            <p:cNvSpPr/>
            <p:nvPr/>
          </p:nvSpPr>
          <p:spPr>
            <a:xfrm>
              <a:off x="189850" y="5082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2" name="Google Shape;662;p27"/>
          <p:cNvSpPr txBox="1"/>
          <p:nvPr>
            <p:ph idx="8" type="subTitle"/>
          </p:nvPr>
        </p:nvSpPr>
        <p:spPr>
          <a:xfrm>
            <a:off x="6671579"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63" name="Google Shape;663;p27"/>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cxnSp>
        <p:nvCxnSpPr>
          <p:cNvPr id="664" name="Google Shape;664;p27"/>
          <p:cNvCxnSpPr/>
          <p:nvPr/>
        </p:nvCxnSpPr>
        <p:spPr>
          <a:xfrm>
            <a:off x="1865850" y="392700"/>
            <a:ext cx="0" cy="390300"/>
          </a:xfrm>
          <a:prstGeom prst="straightConnector1">
            <a:avLst/>
          </a:prstGeom>
          <a:noFill/>
          <a:ln cap="flat" cmpd="sng" w="19050">
            <a:solidFill>
              <a:schemeClr val="accent3"/>
            </a:solidFill>
            <a:prstDash val="solid"/>
            <a:round/>
            <a:headEnd len="med" w="med" type="none"/>
            <a:tailEnd len="med" w="med" type="none"/>
          </a:ln>
        </p:spPr>
      </p:cxnSp>
      <p:sp>
        <p:nvSpPr>
          <p:cNvPr id="665" name="Google Shape;665;p27"/>
          <p:cNvSpPr/>
          <p:nvPr/>
        </p:nvSpPr>
        <p:spPr>
          <a:xfrm rot="5400000">
            <a:off x="8773788" y="9223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6" name="Google Shape;666;p27"/>
          <p:cNvSpPr/>
          <p:nvPr/>
        </p:nvSpPr>
        <p:spPr>
          <a:xfrm rot="5400000">
            <a:off x="8773788" y="12925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7" name="Google Shape;667;p27"/>
          <p:cNvSpPr txBox="1"/>
          <p:nvPr>
            <p:ph idx="13" type="subTitle"/>
          </p:nvPr>
        </p:nvSpPr>
        <p:spPr>
          <a:xfrm>
            <a:off x="1078938"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68" name="Google Shape;668;p27"/>
          <p:cNvSpPr txBox="1"/>
          <p:nvPr>
            <p:ph idx="14" type="title"/>
          </p:nvPr>
        </p:nvSpPr>
        <p:spPr>
          <a:xfrm>
            <a:off x="348450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69" name="Google Shape;669;p27"/>
          <p:cNvSpPr txBox="1"/>
          <p:nvPr>
            <p:ph idx="15" type="title"/>
          </p:nvPr>
        </p:nvSpPr>
        <p:spPr>
          <a:xfrm>
            <a:off x="720420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BM Plex Sans"/>
              <a:buNone/>
              <a:defRPr b="1" sz="1800"/>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p:txBody>
      </p:sp>
      <p:sp>
        <p:nvSpPr>
          <p:cNvPr id="670" name="Google Shape;670;p27"/>
          <p:cNvSpPr txBox="1"/>
          <p:nvPr>
            <p:ph idx="16" type="title"/>
          </p:nvPr>
        </p:nvSpPr>
        <p:spPr>
          <a:xfrm>
            <a:off x="534435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1" name="Google Shape;671;p27"/>
          <p:cNvSpPr txBox="1"/>
          <p:nvPr>
            <p:ph idx="17" type="title"/>
          </p:nvPr>
        </p:nvSpPr>
        <p:spPr>
          <a:xfrm>
            <a:off x="162465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2" name="Google Shape;672;p27"/>
          <p:cNvSpPr txBox="1"/>
          <p:nvPr>
            <p:ph idx="1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1175">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bg>
      <p:bgPr>
        <a:solidFill>
          <a:schemeClr val="lt1"/>
        </a:solidFill>
      </p:bgPr>
    </p:bg>
    <p:spTree>
      <p:nvGrpSpPr>
        <p:cNvPr id="673" name="Shape 673"/>
        <p:cNvGrpSpPr/>
        <p:nvPr/>
      </p:nvGrpSpPr>
      <p:grpSpPr>
        <a:xfrm>
          <a:off x="0" y="0"/>
          <a:ext cx="0" cy="0"/>
          <a:chOff x="0" y="0"/>
          <a:chExt cx="0" cy="0"/>
        </a:xfrm>
      </p:grpSpPr>
      <p:sp>
        <p:nvSpPr>
          <p:cNvPr id="674" name="Google Shape;674;p28"/>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5" name="Google Shape;675;p28"/>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6" name="Google Shape;676;p28"/>
          <p:cNvSpPr txBox="1"/>
          <p:nvPr>
            <p:ph idx="3" type="body"/>
          </p:nvPr>
        </p:nvSpPr>
        <p:spPr>
          <a:xfrm>
            <a:off x="5297575"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7" name="Google Shape;677;p28"/>
          <p:cNvSpPr txBox="1"/>
          <p:nvPr>
            <p:ph idx="4" type="body"/>
          </p:nvPr>
        </p:nvSpPr>
        <p:spPr>
          <a:xfrm>
            <a:off x="5297575"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grpSp>
        <p:nvGrpSpPr>
          <p:cNvPr id="678" name="Google Shape;678;p28"/>
          <p:cNvGrpSpPr/>
          <p:nvPr/>
        </p:nvGrpSpPr>
        <p:grpSpPr>
          <a:xfrm>
            <a:off x="7073603" y="0"/>
            <a:ext cx="2070408" cy="1617374"/>
            <a:chOff x="6787102" y="-57263"/>
            <a:chExt cx="2403260" cy="1877393"/>
          </a:xfrm>
        </p:grpSpPr>
        <p:grpSp>
          <p:nvGrpSpPr>
            <p:cNvPr id="679" name="Google Shape;679;p28"/>
            <p:cNvGrpSpPr/>
            <p:nvPr/>
          </p:nvGrpSpPr>
          <p:grpSpPr>
            <a:xfrm rot="10800000">
              <a:off x="8286413" y="1320355"/>
              <a:ext cx="903863" cy="499775"/>
              <a:chOff x="532097" y="3249175"/>
              <a:chExt cx="669528" cy="370204"/>
            </a:xfrm>
          </p:grpSpPr>
          <p:sp>
            <p:nvSpPr>
              <p:cNvPr id="680" name="Google Shape;680;p28"/>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1" name="Google Shape;681;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2" name="Google Shape;682;p28"/>
            <p:cNvGrpSpPr/>
            <p:nvPr/>
          </p:nvGrpSpPr>
          <p:grpSpPr>
            <a:xfrm rot="10800000">
              <a:off x="6787103" y="820419"/>
              <a:ext cx="2402289" cy="499772"/>
              <a:chOff x="532752" y="3249175"/>
              <a:chExt cx="1779473" cy="370202"/>
            </a:xfrm>
          </p:grpSpPr>
          <p:sp>
            <p:nvSpPr>
              <p:cNvPr id="683" name="Google Shape;683;p28"/>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4" name="Google Shape;684;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5" name="Google Shape;685;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6" name="Google Shape;68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7" name="Google Shape;687;p28"/>
            <p:cNvGrpSpPr/>
            <p:nvPr/>
          </p:nvGrpSpPr>
          <p:grpSpPr>
            <a:xfrm rot="10800000">
              <a:off x="7286873" y="320651"/>
              <a:ext cx="1499310" cy="499770"/>
              <a:chOff x="831425" y="3249175"/>
              <a:chExt cx="1110600" cy="370200"/>
            </a:xfrm>
          </p:grpSpPr>
          <p:sp>
            <p:nvSpPr>
              <p:cNvPr id="688" name="Google Shape;688;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9" name="Google Shape;689;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0" name="Google Shape;690;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91" name="Google Shape;691;p28"/>
            <p:cNvGrpSpPr/>
            <p:nvPr/>
          </p:nvGrpSpPr>
          <p:grpSpPr>
            <a:xfrm rot="10800000">
              <a:off x="6787102" y="-57263"/>
              <a:ext cx="2403260" cy="377865"/>
              <a:chOff x="532032" y="3249173"/>
              <a:chExt cx="1780193" cy="370202"/>
            </a:xfrm>
          </p:grpSpPr>
          <p:sp>
            <p:nvSpPr>
              <p:cNvPr id="692" name="Google Shape;692;p28"/>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3" name="Google Shape;693;p28"/>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4" name="Google Shape;694;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5" name="Google Shape;695;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6" name="Google Shape;69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97" name="Google Shape;697;p28"/>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8" name="Google Shape;698;p28"/>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9" name="Google Shape;699;p28"/>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0" name="Google Shape;700;p28"/>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1" name="Google Shape;701;p28"/>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02" name="Google Shape;702;p28"/>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703" name="Google Shape;703;p28"/>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704" name="Google Shape;704;p28"/>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5" name="Google Shape;705;p28"/>
          <p:cNvSpPr txBox="1"/>
          <p:nvPr>
            <p:ph idx="8" type="subTitle"/>
          </p:nvPr>
        </p:nvSpPr>
        <p:spPr>
          <a:xfrm>
            <a:off x="1867950"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6" name="Google Shape;706;p28"/>
          <p:cNvSpPr txBox="1"/>
          <p:nvPr>
            <p:ph idx="9" type="subTitle"/>
          </p:nvPr>
        </p:nvSpPr>
        <p:spPr>
          <a:xfrm>
            <a:off x="5297575"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7" name="Google Shape;707;p28"/>
          <p:cNvSpPr txBox="1"/>
          <p:nvPr>
            <p:ph idx="13" type="subTitle"/>
          </p:nvPr>
        </p:nvSpPr>
        <p:spPr>
          <a:xfrm>
            <a:off x="5297575"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8" name="Google Shape;708;p28"/>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2_1">
    <p:bg>
      <p:bgPr>
        <a:solidFill>
          <a:schemeClr val="lt1"/>
        </a:solidFill>
      </p:bgPr>
    </p:bg>
    <p:spTree>
      <p:nvGrpSpPr>
        <p:cNvPr id="709" name="Shape 709"/>
        <p:cNvGrpSpPr/>
        <p:nvPr/>
      </p:nvGrpSpPr>
      <p:grpSpPr>
        <a:xfrm>
          <a:off x="0" y="0"/>
          <a:ext cx="0" cy="0"/>
          <a:chOff x="0" y="0"/>
          <a:chExt cx="0" cy="0"/>
        </a:xfrm>
      </p:grpSpPr>
      <p:sp>
        <p:nvSpPr>
          <p:cNvPr id="710" name="Google Shape;710;p29"/>
          <p:cNvSpPr txBox="1"/>
          <p:nvPr>
            <p:ph type="title"/>
          </p:nvPr>
        </p:nvSpPr>
        <p:spPr>
          <a:xfrm>
            <a:off x="104850" y="2155850"/>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1" name="Google Shape;711;p29"/>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2" name="Google Shape;712;p29"/>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3" name="Google Shape;713;p29"/>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4" name="Google Shape;714;p29"/>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15" name="Google Shape;715;p29"/>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cxnSp>
        <p:nvCxnSpPr>
          <p:cNvPr id="716" name="Google Shape;716;p29"/>
          <p:cNvCxnSpPr/>
          <p:nvPr/>
        </p:nvCxnSpPr>
        <p:spPr>
          <a:xfrm>
            <a:off x="1865850" y="392700"/>
            <a:ext cx="0" cy="390300"/>
          </a:xfrm>
          <a:prstGeom prst="straightConnector1">
            <a:avLst/>
          </a:prstGeom>
          <a:noFill/>
          <a:ln cap="flat" cmpd="sng" w="19050">
            <a:solidFill>
              <a:schemeClr val="accent6"/>
            </a:solidFill>
            <a:prstDash val="solid"/>
            <a:round/>
            <a:headEnd len="med" w="med" type="none"/>
            <a:tailEnd len="med" w="med" type="none"/>
          </a:ln>
        </p:spPr>
      </p:cxnSp>
      <p:grpSp>
        <p:nvGrpSpPr>
          <p:cNvPr id="717" name="Google Shape;717;p29"/>
          <p:cNvGrpSpPr/>
          <p:nvPr/>
        </p:nvGrpSpPr>
        <p:grpSpPr>
          <a:xfrm>
            <a:off x="7073603" y="0"/>
            <a:ext cx="2070408" cy="1617374"/>
            <a:chOff x="6787102" y="-57263"/>
            <a:chExt cx="2403260" cy="1877393"/>
          </a:xfrm>
        </p:grpSpPr>
        <p:grpSp>
          <p:nvGrpSpPr>
            <p:cNvPr id="718" name="Google Shape;718;p29"/>
            <p:cNvGrpSpPr/>
            <p:nvPr/>
          </p:nvGrpSpPr>
          <p:grpSpPr>
            <a:xfrm rot="10800000">
              <a:off x="8286413" y="1320355"/>
              <a:ext cx="903863" cy="499775"/>
              <a:chOff x="532097" y="3249175"/>
              <a:chExt cx="669528" cy="370204"/>
            </a:xfrm>
          </p:grpSpPr>
          <p:sp>
            <p:nvSpPr>
              <p:cNvPr id="719" name="Google Shape;719;p29"/>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0" name="Google Shape;720;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1" name="Google Shape;721;p29"/>
            <p:cNvGrpSpPr/>
            <p:nvPr/>
          </p:nvGrpSpPr>
          <p:grpSpPr>
            <a:xfrm rot="10800000">
              <a:off x="6787103" y="820419"/>
              <a:ext cx="2402289" cy="499772"/>
              <a:chOff x="532752" y="3249175"/>
              <a:chExt cx="1779473" cy="370202"/>
            </a:xfrm>
          </p:grpSpPr>
          <p:sp>
            <p:nvSpPr>
              <p:cNvPr id="722" name="Google Shape;722;p29"/>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3" name="Google Shape;723;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4" name="Google Shape;724;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5" name="Google Shape;72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6" name="Google Shape;726;p29"/>
            <p:cNvGrpSpPr/>
            <p:nvPr/>
          </p:nvGrpSpPr>
          <p:grpSpPr>
            <a:xfrm rot="10800000">
              <a:off x="7286873" y="320651"/>
              <a:ext cx="1499310" cy="499770"/>
              <a:chOff x="831425" y="3249175"/>
              <a:chExt cx="1110600" cy="370200"/>
            </a:xfrm>
          </p:grpSpPr>
          <p:sp>
            <p:nvSpPr>
              <p:cNvPr id="727" name="Google Shape;727;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8" name="Google Shape;728;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9" name="Google Shape;729;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0" name="Google Shape;730;p29"/>
            <p:cNvGrpSpPr/>
            <p:nvPr/>
          </p:nvGrpSpPr>
          <p:grpSpPr>
            <a:xfrm rot="10800000">
              <a:off x="6787102" y="-57263"/>
              <a:ext cx="2403260" cy="377865"/>
              <a:chOff x="532032" y="3249173"/>
              <a:chExt cx="1780193" cy="370202"/>
            </a:xfrm>
          </p:grpSpPr>
          <p:sp>
            <p:nvSpPr>
              <p:cNvPr id="731" name="Google Shape;731;p29"/>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2" name="Google Shape;732;p29"/>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3" name="Google Shape;733;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4" name="Google Shape;734;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5" name="Google Shape;73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36" name="Google Shape;736;p29"/>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7" name="Google Shape;737;p29"/>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8" name="Google Shape;738;p29"/>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9" name="Google Shape;739;p29"/>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0" name="Google Shape;740;p29"/>
          <p:cNvSpPr txBox="1"/>
          <p:nvPr>
            <p:ph idx="6" type="body"/>
          </p:nvPr>
        </p:nvSpPr>
        <p:spPr>
          <a:xfrm>
            <a:off x="1049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1" name="Google Shape;741;p29"/>
          <p:cNvSpPr txBox="1"/>
          <p:nvPr>
            <p:ph idx="7" type="body"/>
          </p:nvPr>
        </p:nvSpPr>
        <p:spPr>
          <a:xfrm>
            <a:off x="1932925"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2" name="Google Shape;742;p29"/>
          <p:cNvSpPr txBox="1"/>
          <p:nvPr>
            <p:ph idx="8" type="body"/>
          </p:nvPr>
        </p:nvSpPr>
        <p:spPr>
          <a:xfrm>
            <a:off x="37610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3" name="Google Shape;743;p29"/>
          <p:cNvSpPr txBox="1"/>
          <p:nvPr>
            <p:ph idx="9" type="body"/>
          </p:nvPr>
        </p:nvSpPr>
        <p:spPr>
          <a:xfrm>
            <a:off x="560715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4" name="Google Shape;744;p29"/>
          <p:cNvSpPr txBox="1"/>
          <p:nvPr>
            <p:ph idx="13" type="title"/>
          </p:nvPr>
        </p:nvSpPr>
        <p:spPr>
          <a:xfrm>
            <a:off x="23997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5" name="Google Shape;745;p29"/>
          <p:cNvSpPr txBox="1"/>
          <p:nvPr>
            <p:ph idx="14" type="title"/>
          </p:nvPr>
        </p:nvSpPr>
        <p:spPr>
          <a:xfrm>
            <a:off x="20095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6" name="Google Shape;746;p29"/>
          <p:cNvSpPr txBox="1"/>
          <p:nvPr>
            <p:ph idx="15" type="title"/>
          </p:nvPr>
        </p:nvSpPr>
        <p:spPr>
          <a:xfrm>
            <a:off x="389542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7" name="Google Shape;747;p29"/>
          <p:cNvSpPr txBox="1"/>
          <p:nvPr>
            <p:ph idx="16" type="title"/>
          </p:nvPr>
        </p:nvSpPr>
        <p:spPr>
          <a:xfrm>
            <a:off x="57047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8" name="Google Shape;748;p29"/>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p:txBody>
      </p:sp>
      <p:sp>
        <p:nvSpPr>
          <p:cNvPr id="749" name="Google Shape;749;p29"/>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with caption">
  <p:cSld name="BLANK_1_1_1_1_1_1_1_1_1_1_1_1_1_1_1_1_1_1_2">
    <p:bg>
      <p:bgPr>
        <a:solidFill>
          <a:schemeClr val="lt1"/>
        </a:solidFill>
      </p:bgPr>
    </p:bg>
    <p:spTree>
      <p:nvGrpSpPr>
        <p:cNvPr id="750" name="Shape 750"/>
        <p:cNvGrpSpPr/>
        <p:nvPr/>
      </p:nvGrpSpPr>
      <p:grpSpPr>
        <a:xfrm>
          <a:off x="0" y="0"/>
          <a:ext cx="0" cy="0"/>
          <a:chOff x="0" y="0"/>
          <a:chExt cx="0" cy="0"/>
        </a:xfrm>
      </p:grpSpPr>
      <p:sp>
        <p:nvSpPr>
          <p:cNvPr id="751" name="Google Shape;751;p30"/>
          <p:cNvSpPr txBox="1"/>
          <p:nvPr>
            <p:ph type="title"/>
          </p:nvPr>
        </p:nvSpPr>
        <p:spPr>
          <a:xfrm>
            <a:off x="38100" y="397750"/>
            <a:ext cx="1948200" cy="189300"/>
          </a:xfrm>
          <a:prstGeom prst="rect">
            <a:avLst/>
          </a:prstGeom>
        </p:spPr>
        <p:txBody>
          <a:bodyPr anchorCtr="0" anchor="t" bIns="91425" lIns="182875" spcFirstLastPara="1" rIns="91425" wrap="square" tIns="91425">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52" name="Google Shape;752;p30"/>
          <p:cNvGrpSpPr/>
          <p:nvPr/>
        </p:nvGrpSpPr>
        <p:grpSpPr>
          <a:xfrm rot="10800000">
            <a:off x="5657179" y="-1"/>
            <a:ext cx="3486840" cy="2906092"/>
            <a:chOff x="312900" y="2793625"/>
            <a:chExt cx="2221200" cy="1851250"/>
          </a:xfrm>
        </p:grpSpPr>
        <p:grpSp>
          <p:nvGrpSpPr>
            <p:cNvPr id="753" name="Google Shape;753;p30"/>
            <p:cNvGrpSpPr/>
            <p:nvPr/>
          </p:nvGrpSpPr>
          <p:grpSpPr>
            <a:xfrm>
              <a:off x="312900" y="2793625"/>
              <a:ext cx="1851000" cy="1851250"/>
              <a:chOff x="461225" y="3249175"/>
              <a:chExt cx="1851000" cy="1851250"/>
            </a:xfrm>
          </p:grpSpPr>
          <p:grpSp>
            <p:nvGrpSpPr>
              <p:cNvPr id="754" name="Google Shape;754;p30"/>
              <p:cNvGrpSpPr/>
              <p:nvPr/>
            </p:nvGrpSpPr>
            <p:grpSpPr>
              <a:xfrm>
                <a:off x="461225" y="3249175"/>
                <a:ext cx="1851000" cy="370200"/>
                <a:chOff x="461225" y="3249175"/>
                <a:chExt cx="1851000" cy="370200"/>
              </a:xfrm>
            </p:grpSpPr>
            <p:sp>
              <p:nvSpPr>
                <p:cNvPr id="755" name="Google Shape;755;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6" name="Google Shape;756;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7" name="Google Shape;757;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8" name="Google Shape;758;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59" name="Google Shape;759;p30"/>
              <p:cNvGrpSpPr/>
              <p:nvPr/>
            </p:nvGrpSpPr>
            <p:grpSpPr>
              <a:xfrm>
                <a:off x="461225" y="3619500"/>
                <a:ext cx="1851000" cy="370200"/>
                <a:chOff x="461225" y="3249175"/>
                <a:chExt cx="1851000" cy="370200"/>
              </a:xfrm>
            </p:grpSpPr>
            <p:sp>
              <p:nvSpPr>
                <p:cNvPr id="760" name="Google Shape;760;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1" name="Google Shape;76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2" name="Google Shape;76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3" name="Google Shape;76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4" name="Google Shape;76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65" name="Google Shape;765;p30"/>
              <p:cNvGrpSpPr/>
              <p:nvPr/>
            </p:nvGrpSpPr>
            <p:grpSpPr>
              <a:xfrm>
                <a:off x="461225" y="3989700"/>
                <a:ext cx="1480800" cy="1110725"/>
                <a:chOff x="461225" y="3249175"/>
                <a:chExt cx="1480800" cy="1110725"/>
              </a:xfrm>
            </p:grpSpPr>
            <p:sp>
              <p:nvSpPr>
                <p:cNvPr id="766" name="Google Shape;766;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7" name="Google Shape;767;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8" name="Google Shape;768;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9" name="Google Shape;769;p30"/>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0" name="Google Shape;770;p30"/>
              <p:cNvGrpSpPr/>
              <p:nvPr/>
            </p:nvGrpSpPr>
            <p:grpSpPr>
              <a:xfrm>
                <a:off x="831425" y="4360025"/>
                <a:ext cx="1480800" cy="370200"/>
                <a:chOff x="831425" y="3249175"/>
                <a:chExt cx="1480800" cy="370200"/>
              </a:xfrm>
            </p:grpSpPr>
            <p:sp>
              <p:nvSpPr>
                <p:cNvPr id="771" name="Google Shape;77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2" name="Google Shape;77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3" name="Google Shape;77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4" name="Google Shape;77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75" name="Google Shape;775;p30"/>
            <p:cNvSpPr/>
            <p:nvPr/>
          </p:nvSpPr>
          <p:spPr>
            <a:xfrm>
              <a:off x="2163900" y="279362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76" name="Google Shape;776;p30"/>
          <p:cNvSpPr/>
          <p:nvPr>
            <p:ph idx="2" type="pic"/>
          </p:nvPr>
        </p:nvSpPr>
        <p:spPr>
          <a:xfrm>
            <a:off x="1200750" y="984738"/>
            <a:ext cx="1649400" cy="1649400"/>
          </a:xfrm>
          <a:prstGeom prst="ellipse">
            <a:avLst/>
          </a:prstGeom>
          <a:noFill/>
          <a:ln>
            <a:noFill/>
          </a:ln>
        </p:spPr>
      </p:sp>
      <p:sp>
        <p:nvSpPr>
          <p:cNvPr id="777" name="Google Shape;777;p30"/>
          <p:cNvSpPr/>
          <p:nvPr>
            <p:ph idx="3" type="pic"/>
          </p:nvPr>
        </p:nvSpPr>
        <p:spPr>
          <a:xfrm>
            <a:off x="3747300" y="921988"/>
            <a:ext cx="1649400" cy="1649400"/>
          </a:xfrm>
          <a:prstGeom prst="ellipse">
            <a:avLst/>
          </a:prstGeom>
          <a:noFill/>
          <a:ln>
            <a:noFill/>
          </a:ln>
        </p:spPr>
      </p:sp>
      <p:sp>
        <p:nvSpPr>
          <p:cNvPr id="778" name="Google Shape;778;p30"/>
          <p:cNvSpPr/>
          <p:nvPr>
            <p:ph idx="4" type="pic"/>
          </p:nvPr>
        </p:nvSpPr>
        <p:spPr>
          <a:xfrm>
            <a:off x="6080650" y="941438"/>
            <a:ext cx="1649400" cy="1649400"/>
          </a:xfrm>
          <a:prstGeom prst="ellipse">
            <a:avLst/>
          </a:prstGeom>
          <a:noFill/>
          <a:ln>
            <a:noFill/>
          </a:ln>
        </p:spPr>
      </p:sp>
      <p:sp>
        <p:nvSpPr>
          <p:cNvPr id="779" name="Google Shape;779;p30"/>
          <p:cNvSpPr txBox="1"/>
          <p:nvPr>
            <p:ph idx="1" type="subTitle"/>
          </p:nvPr>
        </p:nvSpPr>
        <p:spPr>
          <a:xfrm>
            <a:off x="9477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0" name="Google Shape;780;p30"/>
          <p:cNvSpPr txBox="1"/>
          <p:nvPr>
            <p:ph idx="5" type="title"/>
          </p:nvPr>
        </p:nvSpPr>
        <p:spPr>
          <a:xfrm>
            <a:off x="11118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1" name="Google Shape;781;p30"/>
          <p:cNvSpPr txBox="1"/>
          <p:nvPr>
            <p:ph idx="6" type="subTitle"/>
          </p:nvPr>
        </p:nvSpPr>
        <p:spPr>
          <a:xfrm>
            <a:off x="352860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2" name="Google Shape;782;p30"/>
          <p:cNvSpPr txBox="1"/>
          <p:nvPr>
            <p:ph idx="7" type="title"/>
          </p:nvPr>
        </p:nvSpPr>
        <p:spPr>
          <a:xfrm>
            <a:off x="369270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3" name="Google Shape;783;p30"/>
          <p:cNvSpPr txBox="1"/>
          <p:nvPr>
            <p:ph idx="8" type="subTitle"/>
          </p:nvPr>
        </p:nvSpPr>
        <p:spPr>
          <a:xfrm>
            <a:off x="58619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4" name="Google Shape;784;p30"/>
          <p:cNvSpPr txBox="1"/>
          <p:nvPr>
            <p:ph idx="9" type="title"/>
          </p:nvPr>
        </p:nvSpPr>
        <p:spPr>
          <a:xfrm>
            <a:off x="60260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5" name="Google Shape;785;p30"/>
          <p:cNvSpPr txBox="1"/>
          <p:nvPr>
            <p:ph idx="13"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86" name="Google Shape;786;p30"/>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787" name="Shape 787"/>
        <p:cNvGrpSpPr/>
        <p:nvPr/>
      </p:nvGrpSpPr>
      <p:grpSpPr>
        <a:xfrm>
          <a:off x="0" y="0"/>
          <a:ext cx="0" cy="0"/>
          <a:chOff x="0" y="0"/>
          <a:chExt cx="0" cy="0"/>
        </a:xfrm>
      </p:grpSpPr>
      <p:sp>
        <p:nvSpPr>
          <p:cNvPr id="788" name="Google Shape;788;p3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89" name="Google Shape;789;p3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790" name="Shape 790"/>
        <p:cNvGrpSpPr/>
        <p:nvPr/>
      </p:nvGrpSpPr>
      <p:grpSpPr>
        <a:xfrm>
          <a:off x="0" y="0"/>
          <a:ext cx="0" cy="0"/>
          <a:chOff x="0" y="0"/>
          <a:chExt cx="0" cy="0"/>
        </a:xfrm>
      </p:grpSpPr>
      <p:sp>
        <p:nvSpPr>
          <p:cNvPr id="791" name="Google Shape;791;p3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792" name="Shape 792"/>
        <p:cNvGrpSpPr/>
        <p:nvPr/>
      </p:nvGrpSpPr>
      <p:grpSpPr>
        <a:xfrm>
          <a:off x="0" y="0"/>
          <a:ext cx="0" cy="0"/>
          <a:chOff x="0" y="0"/>
          <a:chExt cx="0" cy="0"/>
        </a:xfrm>
      </p:grpSpPr>
      <p:sp>
        <p:nvSpPr>
          <p:cNvPr id="793" name="Google Shape;793;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4" name="Google Shape;794;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795" name="Shape 795"/>
        <p:cNvGrpSpPr/>
        <p:nvPr/>
      </p:nvGrpSpPr>
      <p:grpSpPr>
        <a:xfrm>
          <a:off x="0" y="0"/>
          <a:ext cx="0" cy="0"/>
          <a:chOff x="0" y="0"/>
          <a:chExt cx="0" cy="0"/>
        </a:xfrm>
      </p:grpSpPr>
      <p:sp>
        <p:nvSpPr>
          <p:cNvPr id="796" name="Google Shape;796;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7" name="Google Shape;797;p34"/>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98" name="Google Shape;798;p34"/>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99" name="Shape 799"/>
        <p:cNvGrpSpPr/>
        <p:nvPr/>
      </p:nvGrpSpPr>
      <p:grpSpPr>
        <a:xfrm>
          <a:off x="0" y="0"/>
          <a:ext cx="0" cy="0"/>
          <a:chOff x="0" y="0"/>
          <a:chExt cx="0" cy="0"/>
        </a:xfrm>
      </p:grpSpPr>
      <p:sp>
        <p:nvSpPr>
          <p:cNvPr id="800" name="Google Shape;800;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801" name="Shape 801"/>
        <p:cNvGrpSpPr/>
        <p:nvPr/>
      </p:nvGrpSpPr>
      <p:grpSpPr>
        <a:xfrm>
          <a:off x="0" y="0"/>
          <a:ext cx="0" cy="0"/>
          <a:chOff x="0" y="0"/>
          <a:chExt cx="0" cy="0"/>
        </a:xfrm>
      </p:grpSpPr>
      <p:sp>
        <p:nvSpPr>
          <p:cNvPr id="802" name="Google Shape;802;p36"/>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03" name="Google Shape;803;p36"/>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04" name="Shape 804"/>
        <p:cNvGrpSpPr/>
        <p:nvPr/>
      </p:nvGrpSpPr>
      <p:grpSpPr>
        <a:xfrm>
          <a:off x="0" y="0"/>
          <a:ext cx="0" cy="0"/>
          <a:chOff x="0" y="0"/>
          <a:chExt cx="0" cy="0"/>
        </a:xfrm>
      </p:grpSpPr>
      <p:sp>
        <p:nvSpPr>
          <p:cNvPr id="805" name="Google Shape;805;p37"/>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06" name="Shape 806"/>
        <p:cNvGrpSpPr/>
        <p:nvPr/>
      </p:nvGrpSpPr>
      <p:grpSpPr>
        <a:xfrm>
          <a:off x="0" y="0"/>
          <a:ext cx="0" cy="0"/>
          <a:chOff x="0" y="0"/>
          <a:chExt cx="0" cy="0"/>
        </a:xfrm>
      </p:grpSpPr>
      <p:sp>
        <p:nvSpPr>
          <p:cNvPr id="807" name="Google Shape;807;p38"/>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08" name="Google Shape;808;p38"/>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09" name="Google Shape;809;p3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10" name="Shape 810"/>
        <p:cNvGrpSpPr/>
        <p:nvPr/>
      </p:nvGrpSpPr>
      <p:grpSpPr>
        <a:xfrm>
          <a:off x="0" y="0"/>
          <a:ext cx="0" cy="0"/>
          <a:chOff x="0" y="0"/>
          <a:chExt cx="0" cy="0"/>
        </a:xfrm>
      </p:grpSpPr>
      <p:sp>
        <p:nvSpPr>
          <p:cNvPr id="811" name="Google Shape;811;p39"/>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12" name="Shape 812"/>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813" name="Shape 813"/>
        <p:cNvGrpSpPr/>
        <p:nvPr/>
      </p:nvGrpSpPr>
      <p:grpSpPr>
        <a:xfrm>
          <a:off x="0" y="0"/>
          <a:ext cx="0" cy="0"/>
          <a:chOff x="0" y="0"/>
          <a:chExt cx="0" cy="0"/>
        </a:xfrm>
      </p:grpSpPr>
      <p:sp>
        <p:nvSpPr>
          <p:cNvPr id="814" name="Google Shape;814;p4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15" name="Google Shape;815;p4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6" name="Google Shape;816;p4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7" name="Google Shape;817;p4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8" name="Google Shape;818;p4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9" name="Google Shape;819;p4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20" name="Google Shape;820;p4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21" name="Shape 821"/>
        <p:cNvGrpSpPr/>
        <p:nvPr/>
      </p:nvGrpSpPr>
      <p:grpSpPr>
        <a:xfrm>
          <a:off x="0" y="0"/>
          <a:ext cx="0" cy="0"/>
          <a:chOff x="0" y="0"/>
          <a:chExt cx="0" cy="0"/>
        </a:xfrm>
      </p:grpSpPr>
      <p:sp>
        <p:nvSpPr>
          <p:cNvPr id="822" name="Google Shape;822;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3" name="Google Shape;823;p42"/>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4" name="Google Shape;824;p4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25" name="Shape 825"/>
        <p:cNvGrpSpPr/>
        <p:nvPr/>
      </p:nvGrpSpPr>
      <p:grpSpPr>
        <a:xfrm>
          <a:off x="0" y="0"/>
          <a:ext cx="0" cy="0"/>
          <a:chOff x="0" y="0"/>
          <a:chExt cx="0" cy="0"/>
        </a:xfrm>
      </p:grpSpPr>
      <p:sp>
        <p:nvSpPr>
          <p:cNvPr id="826" name="Google Shape;826;p4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7" name="Google Shape;827;p43"/>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8" name="Google Shape;828;p4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29" name="Google Shape;829;p4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0" name="Google Shape;830;p4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31" name="Shape 831"/>
        <p:cNvGrpSpPr/>
        <p:nvPr/>
      </p:nvGrpSpPr>
      <p:grpSpPr>
        <a:xfrm>
          <a:off x="0" y="0"/>
          <a:ext cx="0" cy="0"/>
          <a:chOff x="0" y="0"/>
          <a:chExt cx="0" cy="0"/>
        </a:xfrm>
      </p:grpSpPr>
      <p:sp>
        <p:nvSpPr>
          <p:cNvPr id="832" name="Google Shape;832;p44"/>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33" name="Google Shape;833;p4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34" name="Google Shape;834;p4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5" name="Google Shape;835;p4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6" name="Google Shape;836;p4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7" name="Google Shape;837;p4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8" name="Google Shape;838;p4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839" name="Shape 839"/>
        <p:cNvGrpSpPr/>
        <p:nvPr/>
      </p:nvGrpSpPr>
      <p:grpSpPr>
        <a:xfrm>
          <a:off x="0" y="0"/>
          <a:ext cx="0" cy="0"/>
          <a:chOff x="0" y="0"/>
          <a:chExt cx="0" cy="0"/>
        </a:xfrm>
      </p:grpSpPr>
      <p:sp>
        <p:nvSpPr>
          <p:cNvPr id="840" name="Google Shape;840;p45"/>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41" name="Google Shape;841;p4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2" name="Google Shape;842;p4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3" name="Google Shape;843;p4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4" name="Google Shape;844;p4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45" name="Google Shape;845;p4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6" name="Google Shape;846;p4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7" name="Google Shape;847;p4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8" name="Google Shape;848;p4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849" name="Shape 849"/>
        <p:cNvGrpSpPr/>
        <p:nvPr/>
      </p:nvGrpSpPr>
      <p:grpSpPr>
        <a:xfrm>
          <a:off x="0" y="0"/>
          <a:ext cx="0" cy="0"/>
          <a:chOff x="0" y="0"/>
          <a:chExt cx="0" cy="0"/>
        </a:xfrm>
      </p:grpSpPr>
      <p:sp>
        <p:nvSpPr>
          <p:cNvPr id="850" name="Google Shape;850;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1" name="Google Shape;851;p4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852" name="Shape 852"/>
        <p:cNvGrpSpPr/>
        <p:nvPr/>
      </p:nvGrpSpPr>
      <p:grpSpPr>
        <a:xfrm>
          <a:off x="0" y="0"/>
          <a:ext cx="0" cy="0"/>
          <a:chOff x="0" y="0"/>
          <a:chExt cx="0" cy="0"/>
        </a:xfrm>
      </p:grpSpPr>
      <p:sp>
        <p:nvSpPr>
          <p:cNvPr id="853" name="Google Shape;853;p47"/>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54" name="Google Shape;854;p47"/>
          <p:cNvSpPr/>
          <p:nvPr>
            <p:ph idx="2" type="pic"/>
          </p:nvPr>
        </p:nvSpPr>
        <p:spPr>
          <a:xfrm>
            <a:off x="4804825" y="1133300"/>
            <a:ext cx="4027500" cy="2392800"/>
          </a:xfrm>
          <a:prstGeom prst="rect">
            <a:avLst/>
          </a:prstGeom>
          <a:noFill/>
          <a:ln>
            <a:noFill/>
          </a:ln>
        </p:spPr>
      </p:sp>
      <p:sp>
        <p:nvSpPr>
          <p:cNvPr id="855" name="Google Shape;855;p47"/>
          <p:cNvSpPr/>
          <p:nvPr>
            <p:ph idx="3" type="pic"/>
          </p:nvPr>
        </p:nvSpPr>
        <p:spPr>
          <a:xfrm>
            <a:off x="311725" y="1133300"/>
            <a:ext cx="4027500" cy="2392800"/>
          </a:xfrm>
          <a:prstGeom prst="rect">
            <a:avLst/>
          </a:prstGeom>
          <a:noFill/>
          <a:ln>
            <a:noFill/>
          </a:ln>
        </p:spPr>
      </p:sp>
      <p:sp>
        <p:nvSpPr>
          <p:cNvPr id="856" name="Google Shape;856;p4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57" name="Google Shape;857;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8" name="Google Shape;858;p4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59" name="Google Shape;859;p4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860" name="Shape 860"/>
        <p:cNvGrpSpPr/>
        <p:nvPr/>
      </p:nvGrpSpPr>
      <p:grpSpPr>
        <a:xfrm>
          <a:off x="0" y="0"/>
          <a:ext cx="0" cy="0"/>
          <a:chOff x="0" y="0"/>
          <a:chExt cx="0" cy="0"/>
        </a:xfrm>
      </p:grpSpPr>
      <p:sp>
        <p:nvSpPr>
          <p:cNvPr id="861" name="Google Shape;861;p48"/>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62" name="Google Shape;862;p48"/>
          <p:cNvSpPr/>
          <p:nvPr>
            <p:ph idx="2" type="pic"/>
          </p:nvPr>
        </p:nvSpPr>
        <p:spPr>
          <a:xfrm>
            <a:off x="6205225" y="1128325"/>
            <a:ext cx="2627100" cy="2273100"/>
          </a:xfrm>
          <a:prstGeom prst="rect">
            <a:avLst/>
          </a:prstGeom>
          <a:noFill/>
          <a:ln>
            <a:noFill/>
          </a:ln>
        </p:spPr>
      </p:sp>
      <p:sp>
        <p:nvSpPr>
          <p:cNvPr id="863" name="Google Shape;863;p48"/>
          <p:cNvSpPr/>
          <p:nvPr>
            <p:ph idx="3" type="pic"/>
          </p:nvPr>
        </p:nvSpPr>
        <p:spPr>
          <a:xfrm>
            <a:off x="311725" y="1128325"/>
            <a:ext cx="2627100" cy="2273100"/>
          </a:xfrm>
          <a:prstGeom prst="rect">
            <a:avLst/>
          </a:prstGeom>
          <a:noFill/>
          <a:ln>
            <a:noFill/>
          </a:ln>
        </p:spPr>
      </p:sp>
      <p:sp>
        <p:nvSpPr>
          <p:cNvPr id="864" name="Google Shape;864;p4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5" name="Google Shape;865;p48"/>
          <p:cNvSpPr/>
          <p:nvPr>
            <p:ph idx="5" type="pic"/>
          </p:nvPr>
        </p:nvSpPr>
        <p:spPr>
          <a:xfrm>
            <a:off x="3255250" y="1128325"/>
            <a:ext cx="2627100" cy="2273100"/>
          </a:xfrm>
          <a:prstGeom prst="rect">
            <a:avLst/>
          </a:prstGeom>
          <a:noFill/>
          <a:ln>
            <a:noFill/>
          </a:ln>
        </p:spPr>
      </p:sp>
      <p:sp>
        <p:nvSpPr>
          <p:cNvPr id="866" name="Google Shape;866;p4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7" name="Google Shape;867;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8" name="Google Shape;868;p4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69" name="Google Shape;869;p4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70" name="Google Shape;870;p4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871" name="Shape 871"/>
        <p:cNvGrpSpPr/>
        <p:nvPr/>
      </p:nvGrpSpPr>
      <p:grpSpPr>
        <a:xfrm>
          <a:off x="0" y="0"/>
          <a:ext cx="0" cy="0"/>
          <a:chOff x="0" y="0"/>
          <a:chExt cx="0" cy="0"/>
        </a:xfrm>
      </p:grpSpPr>
      <p:sp>
        <p:nvSpPr>
          <p:cNvPr id="872" name="Google Shape;872;p4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873" name="Shape 873"/>
        <p:cNvGrpSpPr/>
        <p:nvPr/>
      </p:nvGrpSpPr>
      <p:grpSpPr>
        <a:xfrm>
          <a:off x="0" y="0"/>
          <a:ext cx="0" cy="0"/>
          <a:chOff x="0" y="0"/>
          <a:chExt cx="0" cy="0"/>
        </a:xfrm>
      </p:grpSpPr>
      <p:sp>
        <p:nvSpPr>
          <p:cNvPr id="874" name="Google Shape;874;p50"/>
          <p:cNvSpPr/>
          <p:nvPr>
            <p:ph idx="2" type="pic"/>
          </p:nvPr>
        </p:nvSpPr>
        <p:spPr>
          <a:xfrm>
            <a:off x="3389600" y="118913"/>
            <a:ext cx="1643700" cy="1535100"/>
          </a:xfrm>
          <a:prstGeom prst="rect">
            <a:avLst/>
          </a:prstGeom>
          <a:noFill/>
          <a:ln>
            <a:noFill/>
          </a:ln>
        </p:spPr>
      </p:sp>
      <p:sp>
        <p:nvSpPr>
          <p:cNvPr id="875" name="Google Shape;875;p50"/>
          <p:cNvSpPr/>
          <p:nvPr>
            <p:ph idx="3" type="pic"/>
          </p:nvPr>
        </p:nvSpPr>
        <p:spPr>
          <a:xfrm>
            <a:off x="5195935" y="118913"/>
            <a:ext cx="1643700" cy="1535100"/>
          </a:xfrm>
          <a:prstGeom prst="rect">
            <a:avLst/>
          </a:prstGeom>
          <a:noFill/>
          <a:ln>
            <a:noFill/>
          </a:ln>
        </p:spPr>
      </p:sp>
      <p:sp>
        <p:nvSpPr>
          <p:cNvPr id="876" name="Google Shape;876;p50"/>
          <p:cNvSpPr/>
          <p:nvPr>
            <p:ph idx="4" type="pic"/>
          </p:nvPr>
        </p:nvSpPr>
        <p:spPr>
          <a:xfrm>
            <a:off x="7002270" y="118913"/>
            <a:ext cx="1643700" cy="1535100"/>
          </a:xfrm>
          <a:prstGeom prst="rect">
            <a:avLst/>
          </a:prstGeom>
          <a:noFill/>
          <a:ln>
            <a:noFill/>
          </a:ln>
        </p:spPr>
      </p:sp>
      <p:sp>
        <p:nvSpPr>
          <p:cNvPr id="877" name="Google Shape;877;p50"/>
          <p:cNvSpPr/>
          <p:nvPr>
            <p:ph idx="5" type="pic"/>
          </p:nvPr>
        </p:nvSpPr>
        <p:spPr>
          <a:xfrm>
            <a:off x="3389588" y="1804212"/>
            <a:ext cx="1643700" cy="1535100"/>
          </a:xfrm>
          <a:prstGeom prst="rect">
            <a:avLst/>
          </a:prstGeom>
          <a:noFill/>
          <a:ln>
            <a:noFill/>
          </a:ln>
        </p:spPr>
      </p:sp>
      <p:sp>
        <p:nvSpPr>
          <p:cNvPr id="878" name="Google Shape;878;p50"/>
          <p:cNvSpPr/>
          <p:nvPr>
            <p:ph idx="6" type="pic"/>
          </p:nvPr>
        </p:nvSpPr>
        <p:spPr>
          <a:xfrm>
            <a:off x="5195922" y="1804212"/>
            <a:ext cx="1643700" cy="1535100"/>
          </a:xfrm>
          <a:prstGeom prst="rect">
            <a:avLst/>
          </a:prstGeom>
          <a:noFill/>
          <a:ln>
            <a:noFill/>
          </a:ln>
        </p:spPr>
      </p:sp>
      <p:sp>
        <p:nvSpPr>
          <p:cNvPr id="879" name="Google Shape;879;p50"/>
          <p:cNvSpPr/>
          <p:nvPr>
            <p:ph idx="7" type="pic"/>
          </p:nvPr>
        </p:nvSpPr>
        <p:spPr>
          <a:xfrm>
            <a:off x="7002257" y="1804212"/>
            <a:ext cx="1643700" cy="1535100"/>
          </a:xfrm>
          <a:prstGeom prst="rect">
            <a:avLst/>
          </a:prstGeom>
          <a:noFill/>
          <a:ln>
            <a:noFill/>
          </a:ln>
        </p:spPr>
      </p:sp>
      <p:sp>
        <p:nvSpPr>
          <p:cNvPr id="880" name="Google Shape;880;p5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1" name="Google Shape;881;p50"/>
          <p:cNvSpPr/>
          <p:nvPr>
            <p:ph idx="8" type="pic"/>
          </p:nvPr>
        </p:nvSpPr>
        <p:spPr>
          <a:xfrm>
            <a:off x="3389588" y="3489487"/>
            <a:ext cx="1643700" cy="1535100"/>
          </a:xfrm>
          <a:prstGeom prst="rect">
            <a:avLst/>
          </a:prstGeom>
          <a:noFill/>
          <a:ln>
            <a:noFill/>
          </a:ln>
        </p:spPr>
      </p:sp>
      <p:sp>
        <p:nvSpPr>
          <p:cNvPr id="882" name="Google Shape;882;p50"/>
          <p:cNvSpPr/>
          <p:nvPr>
            <p:ph idx="9" type="pic"/>
          </p:nvPr>
        </p:nvSpPr>
        <p:spPr>
          <a:xfrm>
            <a:off x="5195922" y="3489487"/>
            <a:ext cx="1643700" cy="1535100"/>
          </a:xfrm>
          <a:prstGeom prst="rect">
            <a:avLst/>
          </a:prstGeom>
          <a:noFill/>
          <a:ln>
            <a:noFill/>
          </a:ln>
        </p:spPr>
      </p:sp>
      <p:sp>
        <p:nvSpPr>
          <p:cNvPr id="883" name="Google Shape;883;p5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p:txBody>
      </p:sp>
      <p:sp>
        <p:nvSpPr>
          <p:cNvPr id="7" name="Google Shape;7;p1"/>
          <p:cNvSpPr txBox="1"/>
          <p:nvPr>
            <p:ph type="title"/>
          </p:nvPr>
        </p:nvSpPr>
        <p:spPr>
          <a:xfrm>
            <a:off x="402800" y="197225"/>
            <a:ext cx="6537900" cy="1254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p:txBody>
      </p:sp>
      <p:sp>
        <p:nvSpPr>
          <p:cNvPr id="8" name="Google Shape;8;p1"/>
          <p:cNvSpPr txBox="1"/>
          <p:nvPr>
            <p:ph idx="2" type="body"/>
          </p:nvPr>
        </p:nvSpPr>
        <p:spPr>
          <a:xfrm>
            <a:off x="3439325" y="1502775"/>
            <a:ext cx="5344800" cy="2439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51"/>
          <p:cNvSpPr txBox="1"/>
          <p:nvPr>
            <p:ph idx="2" type="subTitle"/>
          </p:nvPr>
        </p:nvSpPr>
        <p:spPr>
          <a:xfrm>
            <a:off x="228600" y="4573625"/>
            <a:ext cx="2164500" cy="338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latin typeface="Sora"/>
                <a:ea typeface="Sora"/>
                <a:cs typeface="Sora"/>
                <a:sym typeface="Sora"/>
              </a:rPr>
              <a:t>Gabriel Bekele</a:t>
            </a:r>
            <a:endParaRPr sz="1800">
              <a:latin typeface="Sora"/>
              <a:ea typeface="Sora"/>
              <a:cs typeface="Sora"/>
              <a:sym typeface="Sora"/>
            </a:endParaRPr>
          </a:p>
        </p:txBody>
      </p:sp>
      <p:sp>
        <p:nvSpPr>
          <p:cNvPr id="889" name="Google Shape;889;p51"/>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2"/>
                </a:solidFill>
              </a:rPr>
              <a:t>EPL Travel Optimizer</a:t>
            </a:r>
            <a:endParaRPr>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52"/>
          <p:cNvSpPr txBox="1"/>
          <p:nvPr>
            <p:ph type="title"/>
          </p:nvPr>
        </p:nvSpPr>
        <p:spPr>
          <a:xfrm>
            <a:off x="3154650" y="181975"/>
            <a:ext cx="2175000" cy="79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a:t>
            </a:r>
            <a:endParaRPr/>
          </a:p>
        </p:txBody>
      </p:sp>
      <p:sp>
        <p:nvSpPr>
          <p:cNvPr id="895" name="Google Shape;895;p52"/>
          <p:cNvSpPr txBox="1"/>
          <p:nvPr>
            <p:ph idx="1" type="subTitle"/>
          </p:nvPr>
        </p:nvSpPr>
        <p:spPr>
          <a:xfrm>
            <a:off x="453150" y="943525"/>
            <a:ext cx="6079500" cy="33483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sz="1400">
                <a:latin typeface="Sora Light"/>
                <a:ea typeface="Sora Light"/>
                <a:cs typeface="Sora Light"/>
                <a:sym typeface="Sora Light"/>
              </a:rPr>
              <a:t>Professional sports leagues like the English Premier League require teams to travel frequently throughout a season, leading to significant logistical costs, fatigue, and performance impacts. While schedules are designed primarily for fairness and broadcasting considerations, they are not necessarily optimized for travel efficiency. This project aims to model the league schedule as a graph problem and analyze whether the total travel distance across all teams can be reduced, while maintaining schedule </a:t>
            </a:r>
            <a:r>
              <a:rPr lang="en" sz="1400">
                <a:latin typeface="Sora Light"/>
                <a:ea typeface="Sora Light"/>
                <a:cs typeface="Sora Light"/>
                <a:sym typeface="Sora Light"/>
              </a:rPr>
              <a:t>requirements</a:t>
            </a:r>
            <a:r>
              <a:rPr lang="en" sz="1400">
                <a:latin typeface="Sora Light"/>
                <a:ea typeface="Sora Light"/>
                <a:cs typeface="Sora Light"/>
                <a:sym typeface="Sora Light"/>
              </a:rPr>
              <a:t>.</a:t>
            </a:r>
            <a:endParaRPr sz="1400">
              <a:latin typeface="Sora Light"/>
              <a:ea typeface="Sora Light"/>
              <a:cs typeface="Sora Light"/>
              <a:sym typeface="Sora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53"/>
          <p:cNvSpPr txBox="1"/>
          <p:nvPr>
            <p:ph type="title"/>
          </p:nvPr>
        </p:nvSpPr>
        <p:spPr>
          <a:xfrm>
            <a:off x="3154650" y="92900"/>
            <a:ext cx="2175000" cy="79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Dataset</a:t>
            </a:r>
            <a:endParaRPr/>
          </a:p>
        </p:txBody>
      </p:sp>
      <p:sp>
        <p:nvSpPr>
          <p:cNvPr id="901" name="Google Shape;901;p53"/>
          <p:cNvSpPr txBox="1"/>
          <p:nvPr>
            <p:ph idx="1" type="subTitle"/>
          </p:nvPr>
        </p:nvSpPr>
        <p:spPr>
          <a:xfrm>
            <a:off x="329775" y="884900"/>
            <a:ext cx="7278900" cy="379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latin typeface="Sora Light"/>
                <a:ea typeface="Sora Light"/>
                <a:cs typeface="Sora Light"/>
                <a:sym typeface="Sora Light"/>
              </a:rPr>
              <a:t>The dataset is constructed from the current Premier League season, including:</a:t>
            </a:r>
            <a:endParaRPr sz="1400">
              <a:latin typeface="Sora Light"/>
              <a:ea typeface="Sora Light"/>
              <a:cs typeface="Sora Light"/>
              <a:sym typeface="Sora Light"/>
            </a:endParaRPr>
          </a:p>
          <a:p>
            <a:pPr indent="-317500" lvl="0" marL="457200" rtl="0" algn="l">
              <a:spcBef>
                <a:spcPts val="1000"/>
              </a:spcBef>
              <a:spcAft>
                <a:spcPts val="0"/>
              </a:spcAft>
              <a:buSzPts val="1400"/>
              <a:buFont typeface="Sora Light"/>
              <a:buChar char="●"/>
            </a:pPr>
            <a:r>
              <a:rPr lang="en" sz="1400">
                <a:latin typeface="Sora Light"/>
                <a:ea typeface="Sora Light"/>
                <a:cs typeface="Sora Light"/>
                <a:sym typeface="Sora Light"/>
              </a:rPr>
              <a:t>20 teams, each assigned:</a:t>
            </a:r>
            <a:endParaRPr sz="1400">
              <a:latin typeface="Sora Light"/>
              <a:ea typeface="Sora Light"/>
              <a:cs typeface="Sora Light"/>
              <a:sym typeface="Sora Light"/>
            </a:endParaRPr>
          </a:p>
          <a:p>
            <a:pPr indent="-317500" lvl="1" marL="914400" rtl="0" algn="l">
              <a:spcBef>
                <a:spcPts val="0"/>
              </a:spcBef>
              <a:spcAft>
                <a:spcPts val="0"/>
              </a:spcAft>
              <a:buSzPts val="1400"/>
              <a:buFont typeface="Sora Light"/>
              <a:buChar char="○"/>
            </a:pPr>
            <a:r>
              <a:rPr lang="en" sz="1400">
                <a:latin typeface="Sora Light"/>
                <a:ea typeface="Sora Light"/>
                <a:cs typeface="Sora Light"/>
                <a:sym typeface="Sora Light"/>
              </a:rPr>
              <a:t>A unique ID (1–20, alphabetical order)</a:t>
            </a:r>
            <a:endParaRPr sz="1400">
              <a:latin typeface="Sora Light"/>
              <a:ea typeface="Sora Light"/>
              <a:cs typeface="Sora Light"/>
              <a:sym typeface="Sora Light"/>
            </a:endParaRPr>
          </a:p>
          <a:p>
            <a:pPr indent="-317500" lvl="1" marL="914400" rtl="0" algn="l">
              <a:spcBef>
                <a:spcPts val="0"/>
              </a:spcBef>
              <a:spcAft>
                <a:spcPts val="0"/>
              </a:spcAft>
              <a:buSzPts val="1400"/>
              <a:buFont typeface="Sora Light"/>
              <a:buChar char="○"/>
            </a:pPr>
            <a:r>
              <a:rPr lang="en" sz="1400">
                <a:latin typeface="Sora Light"/>
                <a:ea typeface="Sora Light"/>
                <a:cs typeface="Sora Light"/>
                <a:sym typeface="Sora Light"/>
              </a:rPr>
              <a:t>Geographic coordinates (latitude, longitude of home stadium)</a:t>
            </a:r>
            <a:endParaRPr sz="1400">
              <a:latin typeface="Sora Light"/>
              <a:ea typeface="Sora Light"/>
              <a:cs typeface="Sora Light"/>
              <a:sym typeface="Sora Light"/>
            </a:endParaRPr>
          </a:p>
          <a:p>
            <a:pPr indent="-317500" lvl="0" marL="457200" rtl="0" algn="l">
              <a:spcBef>
                <a:spcPts val="0"/>
              </a:spcBef>
              <a:spcAft>
                <a:spcPts val="0"/>
              </a:spcAft>
              <a:buSzPts val="1400"/>
              <a:buFont typeface="Sora Light"/>
              <a:buChar char="●"/>
            </a:pPr>
            <a:r>
              <a:rPr lang="en" sz="1400">
                <a:latin typeface="Sora Light"/>
                <a:ea typeface="Sora Light"/>
                <a:cs typeface="Sora Light"/>
                <a:sym typeface="Sora Light"/>
              </a:rPr>
              <a:t>Fixtures:</a:t>
            </a:r>
            <a:endParaRPr sz="1400">
              <a:latin typeface="Sora Light"/>
              <a:ea typeface="Sora Light"/>
              <a:cs typeface="Sora Light"/>
              <a:sym typeface="Sora Light"/>
            </a:endParaRPr>
          </a:p>
          <a:p>
            <a:pPr indent="-317500" lvl="1" marL="914400" rtl="0" algn="l">
              <a:spcBef>
                <a:spcPts val="0"/>
              </a:spcBef>
              <a:spcAft>
                <a:spcPts val="0"/>
              </a:spcAft>
              <a:buSzPts val="1400"/>
              <a:buFont typeface="Sora Light"/>
              <a:buChar char="○"/>
            </a:pPr>
            <a:r>
              <a:rPr lang="en" sz="1400">
                <a:latin typeface="Sora Light"/>
                <a:ea typeface="Sora Light"/>
                <a:cs typeface="Sora Light"/>
                <a:sym typeface="Sora Light"/>
              </a:rPr>
              <a:t>Each team has a list of 38 opponents (one per matchweek)</a:t>
            </a:r>
            <a:endParaRPr sz="1400">
              <a:latin typeface="Sora Light"/>
              <a:ea typeface="Sora Light"/>
              <a:cs typeface="Sora Light"/>
              <a:sym typeface="Sora Light"/>
            </a:endParaRPr>
          </a:p>
          <a:p>
            <a:pPr indent="-317500" lvl="0" marL="457200" rtl="0" algn="l">
              <a:spcBef>
                <a:spcPts val="0"/>
              </a:spcBef>
              <a:spcAft>
                <a:spcPts val="0"/>
              </a:spcAft>
              <a:buSzPts val="1400"/>
              <a:buFont typeface="Sora Light"/>
              <a:buChar char="●"/>
            </a:pPr>
            <a:r>
              <a:rPr lang="en" sz="1400">
                <a:latin typeface="Sora Light"/>
                <a:ea typeface="Sora Light"/>
                <a:cs typeface="Sora Light"/>
                <a:sym typeface="Sora Light"/>
              </a:rPr>
              <a:t>Away indicators:</a:t>
            </a:r>
            <a:endParaRPr sz="1400">
              <a:latin typeface="Sora Light"/>
              <a:ea typeface="Sora Light"/>
              <a:cs typeface="Sora Light"/>
              <a:sym typeface="Sora Light"/>
            </a:endParaRPr>
          </a:p>
          <a:p>
            <a:pPr indent="-317500" lvl="1" marL="914400" rtl="0" algn="l">
              <a:spcBef>
                <a:spcPts val="0"/>
              </a:spcBef>
              <a:spcAft>
                <a:spcPts val="0"/>
              </a:spcAft>
              <a:buSzPts val="1400"/>
              <a:buFont typeface="Sora Light"/>
              <a:buChar char="○"/>
            </a:pPr>
            <a:r>
              <a:rPr lang="en" sz="1400">
                <a:latin typeface="Sora Light"/>
                <a:ea typeface="Sora Light"/>
                <a:cs typeface="Sora Light"/>
                <a:sym typeface="Sora Light"/>
              </a:rPr>
              <a:t>A list of matchweeks where the team plays away</a:t>
            </a:r>
            <a:endParaRPr sz="1400">
              <a:latin typeface="Sora Light"/>
              <a:ea typeface="Sora Light"/>
              <a:cs typeface="Sora Light"/>
              <a:sym typeface="Sora Light"/>
            </a:endParaRPr>
          </a:p>
          <a:p>
            <a:pPr indent="0" lvl="0" marL="0" rtl="0" algn="l">
              <a:spcBef>
                <a:spcPts val="1000"/>
              </a:spcBef>
              <a:spcAft>
                <a:spcPts val="0"/>
              </a:spcAft>
              <a:buNone/>
            </a:pPr>
            <a:r>
              <a:rPr lang="en" sz="1400">
                <a:latin typeface="Sora Light"/>
                <a:ea typeface="Sora Light"/>
                <a:cs typeface="Sora Light"/>
                <a:sym typeface="Sora Light"/>
              </a:rPr>
              <a:t>From this, a full league schedule is reconstructed:</a:t>
            </a:r>
            <a:endParaRPr sz="1400">
              <a:latin typeface="Sora Light"/>
              <a:ea typeface="Sora Light"/>
              <a:cs typeface="Sora Light"/>
              <a:sym typeface="Sora Light"/>
            </a:endParaRPr>
          </a:p>
          <a:p>
            <a:pPr indent="-317500" lvl="0" marL="457200" rtl="0" algn="l">
              <a:spcBef>
                <a:spcPts val="1000"/>
              </a:spcBef>
              <a:spcAft>
                <a:spcPts val="0"/>
              </a:spcAft>
              <a:buSzPts val="1400"/>
              <a:buFont typeface="Sora Light"/>
              <a:buChar char="●"/>
            </a:pPr>
            <a:r>
              <a:rPr lang="en" sz="1400">
                <a:latin typeface="Sora Light"/>
                <a:ea typeface="Sora Light"/>
                <a:cs typeface="Sora Light"/>
                <a:sym typeface="Sora Light"/>
              </a:rPr>
              <a:t>38 matchweeks</a:t>
            </a:r>
            <a:endParaRPr sz="1400">
              <a:latin typeface="Sora Light"/>
              <a:ea typeface="Sora Light"/>
              <a:cs typeface="Sora Light"/>
              <a:sym typeface="Sora Light"/>
            </a:endParaRPr>
          </a:p>
          <a:p>
            <a:pPr indent="-317500" lvl="0" marL="457200" rtl="0" algn="l">
              <a:spcBef>
                <a:spcPts val="0"/>
              </a:spcBef>
              <a:spcAft>
                <a:spcPts val="0"/>
              </a:spcAft>
              <a:buSzPts val="1400"/>
              <a:buFont typeface="Sora Light"/>
              <a:buChar char="●"/>
            </a:pPr>
            <a:r>
              <a:rPr lang="en" sz="1400">
                <a:latin typeface="Sora Light"/>
                <a:ea typeface="Sora Light"/>
                <a:cs typeface="Sora Light"/>
                <a:sym typeface="Sora Light"/>
              </a:rPr>
              <a:t>10 matches per week</a:t>
            </a:r>
            <a:endParaRPr sz="1400">
              <a:latin typeface="Sora Light"/>
              <a:ea typeface="Sora Light"/>
              <a:cs typeface="Sora Light"/>
              <a:sym typeface="Sora Light"/>
            </a:endParaRPr>
          </a:p>
          <a:p>
            <a:pPr indent="-317500" lvl="0" marL="457200" rtl="0" algn="l">
              <a:spcBef>
                <a:spcPts val="0"/>
              </a:spcBef>
              <a:spcAft>
                <a:spcPts val="0"/>
              </a:spcAft>
              <a:buSzPts val="1400"/>
              <a:buFont typeface="Sora Light"/>
              <a:buChar char="●"/>
            </a:pPr>
            <a:r>
              <a:rPr lang="en" sz="1400">
                <a:latin typeface="Sora Light"/>
                <a:ea typeface="Sora Light"/>
                <a:cs typeface="Sora Light"/>
                <a:sym typeface="Sora Light"/>
              </a:rPr>
              <a:t>Each match represented as (home_team, away_team)</a:t>
            </a:r>
            <a:endParaRPr sz="1400">
              <a:latin typeface="Sora Light"/>
              <a:ea typeface="Sora Light"/>
              <a:cs typeface="Sora Light"/>
              <a:sym typeface="Sora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54"/>
          <p:cNvSpPr txBox="1"/>
          <p:nvPr>
            <p:ph idx="3" type="title"/>
          </p:nvPr>
        </p:nvSpPr>
        <p:spPr>
          <a:xfrm>
            <a:off x="2601150" y="368275"/>
            <a:ext cx="3941700" cy="5727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sz="2800"/>
              <a:t>Graph Representation</a:t>
            </a:r>
            <a:endParaRPr sz="2800"/>
          </a:p>
        </p:txBody>
      </p:sp>
      <p:sp>
        <p:nvSpPr>
          <p:cNvPr id="907" name="Google Shape;907;p54"/>
          <p:cNvSpPr txBox="1"/>
          <p:nvPr>
            <p:ph idx="16" type="subTitle"/>
          </p:nvPr>
        </p:nvSpPr>
        <p:spPr>
          <a:xfrm>
            <a:off x="1098675" y="1036675"/>
            <a:ext cx="6907500" cy="35058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t/>
            </a:r>
            <a:endParaRPr b="0"/>
          </a:p>
          <a:p>
            <a:pPr indent="0" lvl="0" marL="0" rtl="0" algn="l">
              <a:spcBef>
                <a:spcPts val="0"/>
              </a:spcBef>
              <a:spcAft>
                <a:spcPts val="0"/>
              </a:spcAft>
              <a:buNone/>
            </a:pPr>
            <a:r>
              <a:rPr b="0" lang="en"/>
              <a:t>The league is modeled as a weighted graph</a:t>
            </a:r>
            <a:endParaRPr b="0"/>
          </a:p>
          <a:p>
            <a:pPr indent="0" lvl="0" marL="0" rtl="0" algn="l">
              <a:spcBef>
                <a:spcPts val="0"/>
              </a:spcBef>
              <a:spcAft>
                <a:spcPts val="0"/>
              </a:spcAft>
              <a:buNone/>
            </a:pPr>
            <a:r>
              <a:t/>
            </a:r>
            <a:endParaRPr b="0"/>
          </a:p>
          <a:p>
            <a:pPr indent="-317500" lvl="0" marL="457200" rtl="0" algn="l">
              <a:lnSpc>
                <a:spcPct val="115000"/>
              </a:lnSpc>
              <a:spcBef>
                <a:spcPts val="0"/>
              </a:spcBef>
              <a:spcAft>
                <a:spcPts val="0"/>
              </a:spcAft>
              <a:buSzPts val="1400"/>
              <a:buChar char="●"/>
            </a:pPr>
            <a:r>
              <a:rPr b="0" lang="en"/>
              <a:t>Nodes: Teams (stadiums)</a:t>
            </a:r>
            <a:endParaRPr b="0"/>
          </a:p>
          <a:p>
            <a:pPr indent="-317500" lvl="0" marL="457200" rtl="0" algn="l">
              <a:lnSpc>
                <a:spcPct val="115000"/>
              </a:lnSpc>
              <a:spcBef>
                <a:spcPts val="0"/>
              </a:spcBef>
              <a:spcAft>
                <a:spcPts val="0"/>
              </a:spcAft>
              <a:buSzPts val="1400"/>
              <a:buChar char="●"/>
            </a:pPr>
            <a:r>
              <a:rPr b="0" lang="en"/>
              <a:t>Edges: Matches between teams</a:t>
            </a:r>
            <a:endParaRPr b="0"/>
          </a:p>
          <a:p>
            <a:pPr indent="-317500" lvl="0" marL="457200" rtl="0" algn="l">
              <a:lnSpc>
                <a:spcPct val="115000"/>
              </a:lnSpc>
              <a:spcBef>
                <a:spcPts val="0"/>
              </a:spcBef>
              <a:spcAft>
                <a:spcPts val="0"/>
              </a:spcAft>
              <a:buSzPts val="1400"/>
              <a:buChar char="●"/>
            </a:pPr>
            <a:r>
              <a:rPr b="0" lang="en"/>
              <a:t>Weights: Distance between stadiums</a:t>
            </a:r>
            <a:endParaRPr b="0"/>
          </a:p>
          <a:p>
            <a:pPr indent="0" lvl="0" marL="0" rtl="0" algn="l">
              <a:spcBef>
                <a:spcPts val="0"/>
              </a:spcBef>
              <a:spcAft>
                <a:spcPts val="0"/>
              </a:spcAft>
              <a:buNone/>
            </a:pPr>
            <a:r>
              <a:t/>
            </a:r>
            <a:endParaRPr b="0"/>
          </a:p>
          <a:p>
            <a:pPr indent="0" lvl="0" marL="0" rtl="0" algn="l">
              <a:spcBef>
                <a:spcPts val="0"/>
              </a:spcBef>
              <a:spcAft>
                <a:spcPts val="0"/>
              </a:spcAft>
              <a:buNone/>
            </a:pPr>
            <a:r>
              <a:rPr b="0" lang="en"/>
              <a:t>Each team’s season forms a path through the graph</a:t>
            </a:r>
            <a:endParaRPr b="0"/>
          </a:p>
          <a:p>
            <a:pPr indent="0" lvl="0" marL="0" rtl="0" algn="l">
              <a:spcBef>
                <a:spcPts val="0"/>
              </a:spcBef>
              <a:spcAft>
                <a:spcPts val="0"/>
              </a:spcAft>
              <a:buNone/>
            </a:pPr>
            <a:r>
              <a:t/>
            </a:r>
            <a:endParaRPr b="0"/>
          </a:p>
          <a:p>
            <a:pPr indent="-317500" lvl="0" marL="457200" rtl="0" algn="l">
              <a:lnSpc>
                <a:spcPct val="115000"/>
              </a:lnSpc>
              <a:spcBef>
                <a:spcPts val="0"/>
              </a:spcBef>
              <a:spcAft>
                <a:spcPts val="0"/>
              </a:spcAft>
              <a:buSzPts val="1400"/>
              <a:buChar char="●"/>
            </a:pPr>
            <a:r>
              <a:rPr b="0" lang="en"/>
              <a:t>Home games = stay at current node</a:t>
            </a:r>
            <a:endParaRPr b="0"/>
          </a:p>
          <a:p>
            <a:pPr indent="-317500" lvl="0" marL="457200" rtl="0" algn="l">
              <a:lnSpc>
                <a:spcPct val="115000"/>
              </a:lnSpc>
              <a:spcBef>
                <a:spcPts val="0"/>
              </a:spcBef>
              <a:spcAft>
                <a:spcPts val="0"/>
              </a:spcAft>
              <a:buSzPts val="1400"/>
              <a:buChar char="●"/>
            </a:pPr>
            <a:r>
              <a:rPr b="0" lang="en"/>
              <a:t>Away games = travel to opponent node</a:t>
            </a:r>
            <a:endParaRPr b="0"/>
          </a:p>
          <a:p>
            <a:pPr indent="-317500" lvl="0" marL="457200" rtl="0" algn="l">
              <a:lnSpc>
                <a:spcPct val="115000"/>
              </a:lnSpc>
              <a:spcBef>
                <a:spcPts val="0"/>
              </a:spcBef>
              <a:spcAft>
                <a:spcPts val="0"/>
              </a:spcAft>
              <a:buSzPts val="1400"/>
              <a:buChar char="●"/>
            </a:pPr>
            <a:r>
              <a:rPr b="0" lang="en"/>
              <a:t>Consecutive away games = travel directly between stadiums</a:t>
            </a:r>
            <a:endParaRPr b="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55"/>
          <p:cNvSpPr txBox="1"/>
          <p:nvPr>
            <p:ph idx="3" type="title"/>
          </p:nvPr>
        </p:nvSpPr>
        <p:spPr>
          <a:xfrm>
            <a:off x="2601150" y="228600"/>
            <a:ext cx="3941700" cy="5727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sz="2800"/>
              <a:t>Algorithm</a:t>
            </a:r>
            <a:endParaRPr sz="2800"/>
          </a:p>
        </p:txBody>
      </p:sp>
      <p:sp>
        <p:nvSpPr>
          <p:cNvPr id="913" name="Google Shape;913;p55"/>
          <p:cNvSpPr txBox="1"/>
          <p:nvPr>
            <p:ph idx="16" type="subTitle"/>
          </p:nvPr>
        </p:nvSpPr>
        <p:spPr>
          <a:xfrm>
            <a:off x="458100" y="746200"/>
            <a:ext cx="8133900" cy="30753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None/>
            </a:pPr>
            <a:r>
              <a:t/>
            </a:r>
            <a:endParaRPr b="0"/>
          </a:p>
          <a:p>
            <a:pPr indent="0" lvl="0" marL="0" rtl="0" algn="l">
              <a:lnSpc>
                <a:spcPct val="200000"/>
              </a:lnSpc>
              <a:spcBef>
                <a:spcPts val="0"/>
              </a:spcBef>
              <a:spcAft>
                <a:spcPts val="0"/>
              </a:spcAft>
              <a:buNone/>
            </a:pPr>
            <a:r>
              <a:rPr b="0" lang="en"/>
              <a:t>Objective: minimize total league travel distance while satisfying scheduling constraints</a:t>
            </a:r>
            <a:endParaRPr b="0"/>
          </a:p>
          <a:p>
            <a:pPr indent="-317500" lvl="0" marL="457200" rtl="0" algn="l">
              <a:lnSpc>
                <a:spcPct val="115000"/>
              </a:lnSpc>
              <a:spcBef>
                <a:spcPts val="0"/>
              </a:spcBef>
              <a:spcAft>
                <a:spcPts val="0"/>
              </a:spcAft>
              <a:buSzPts val="1400"/>
              <a:buChar char="●"/>
            </a:pPr>
            <a:r>
              <a:rPr b="0" lang="en"/>
              <a:t>Compute travel distance using Haversine formula</a:t>
            </a:r>
            <a:endParaRPr b="0"/>
          </a:p>
          <a:p>
            <a:pPr indent="-317500" lvl="0" marL="457200" rtl="0" algn="l">
              <a:lnSpc>
                <a:spcPct val="115000"/>
              </a:lnSpc>
              <a:spcBef>
                <a:spcPts val="0"/>
              </a:spcBef>
              <a:spcAft>
                <a:spcPts val="0"/>
              </a:spcAft>
              <a:buSzPts val="1400"/>
              <a:buChar char="●"/>
            </a:pPr>
            <a:r>
              <a:rPr b="0" lang="en"/>
              <a:t>Model each team’s season as a path through a weighted graph</a:t>
            </a:r>
            <a:endParaRPr b="0"/>
          </a:p>
          <a:p>
            <a:pPr indent="-317500" lvl="0" marL="457200" rtl="0" algn="l">
              <a:lnSpc>
                <a:spcPct val="115000"/>
              </a:lnSpc>
              <a:spcBef>
                <a:spcPts val="0"/>
              </a:spcBef>
              <a:spcAft>
                <a:spcPts val="0"/>
              </a:spcAft>
              <a:buSzPts val="1400"/>
              <a:buChar char="●"/>
            </a:pPr>
            <a:r>
              <a:rPr b="0" lang="en"/>
              <a:t>Formulate scheduling as an NP-hard optimization problem</a:t>
            </a:r>
            <a:endParaRPr b="0"/>
          </a:p>
          <a:p>
            <a:pPr indent="-317500" lvl="0" marL="457200" rtl="0" algn="l">
              <a:lnSpc>
                <a:spcPct val="115000"/>
              </a:lnSpc>
              <a:spcBef>
                <a:spcPts val="0"/>
              </a:spcBef>
              <a:spcAft>
                <a:spcPts val="0"/>
              </a:spcAft>
              <a:buSzPts val="1400"/>
              <a:buChar char="●"/>
            </a:pPr>
            <a:r>
              <a:rPr b="0" lang="en"/>
              <a:t>Use the “hill climbing” method:</a:t>
            </a:r>
            <a:endParaRPr b="0"/>
          </a:p>
          <a:p>
            <a:pPr indent="-317500" lvl="1" marL="914400" rtl="0" algn="l">
              <a:lnSpc>
                <a:spcPct val="115000"/>
              </a:lnSpc>
              <a:spcBef>
                <a:spcPts val="0"/>
              </a:spcBef>
              <a:spcAft>
                <a:spcPts val="0"/>
              </a:spcAft>
              <a:buSzPts val="1400"/>
              <a:buFont typeface="Sora"/>
              <a:buChar char="○"/>
            </a:pPr>
            <a:r>
              <a:rPr lang="en">
                <a:latin typeface="Sora"/>
                <a:ea typeface="Sora"/>
                <a:cs typeface="Sora"/>
                <a:sym typeface="Sora"/>
              </a:rPr>
              <a:t>Swap matches between weeks</a:t>
            </a:r>
            <a:endParaRPr>
              <a:latin typeface="Sora"/>
              <a:ea typeface="Sora"/>
              <a:cs typeface="Sora"/>
              <a:sym typeface="Sora"/>
            </a:endParaRPr>
          </a:p>
          <a:p>
            <a:pPr indent="-317500" lvl="1" marL="914400" rtl="0" algn="l">
              <a:lnSpc>
                <a:spcPct val="115000"/>
              </a:lnSpc>
              <a:spcBef>
                <a:spcPts val="0"/>
              </a:spcBef>
              <a:spcAft>
                <a:spcPts val="0"/>
              </a:spcAft>
              <a:buSzPts val="1400"/>
              <a:buFont typeface="Sora"/>
              <a:buChar char="○"/>
            </a:pPr>
            <a:r>
              <a:rPr lang="en">
                <a:latin typeface="Sora"/>
                <a:ea typeface="Sora"/>
                <a:cs typeface="Sora"/>
                <a:sym typeface="Sora"/>
              </a:rPr>
              <a:t>Keep only valid schedules</a:t>
            </a:r>
            <a:endParaRPr>
              <a:latin typeface="Sora"/>
              <a:ea typeface="Sora"/>
              <a:cs typeface="Sora"/>
              <a:sym typeface="Sora"/>
            </a:endParaRPr>
          </a:p>
          <a:p>
            <a:pPr indent="-317500" lvl="1" marL="914400" rtl="0" algn="l">
              <a:lnSpc>
                <a:spcPct val="115000"/>
              </a:lnSpc>
              <a:spcBef>
                <a:spcPts val="0"/>
              </a:spcBef>
              <a:spcAft>
                <a:spcPts val="0"/>
              </a:spcAft>
              <a:buSzPts val="1400"/>
              <a:buFont typeface="Sora"/>
              <a:buChar char="○"/>
            </a:pPr>
            <a:r>
              <a:rPr lang="en">
                <a:latin typeface="Sora"/>
                <a:ea typeface="Sora"/>
                <a:cs typeface="Sora"/>
                <a:sym typeface="Sora"/>
              </a:rPr>
              <a:t>Accept changes that reduce total travel</a:t>
            </a:r>
            <a:endParaRPr>
              <a:latin typeface="Sora"/>
              <a:ea typeface="Sora"/>
              <a:cs typeface="Sora"/>
              <a:sym typeface="Sora"/>
            </a:endParaRPr>
          </a:p>
          <a:p>
            <a:pPr indent="-317500" lvl="1" marL="914400" rtl="0" algn="l">
              <a:lnSpc>
                <a:spcPct val="115000"/>
              </a:lnSpc>
              <a:spcBef>
                <a:spcPts val="0"/>
              </a:spcBef>
              <a:spcAft>
                <a:spcPts val="0"/>
              </a:spcAft>
              <a:buSzPts val="1400"/>
              <a:buFont typeface="Sora"/>
              <a:buChar char="○"/>
            </a:pPr>
            <a:r>
              <a:rPr lang="en">
                <a:latin typeface="Sora"/>
                <a:ea typeface="Sora"/>
                <a:cs typeface="Sora"/>
                <a:sym typeface="Sora"/>
              </a:rPr>
              <a:t>Repeat until no further improvement is found</a:t>
            </a:r>
            <a:endParaRPr>
              <a:latin typeface="Sora"/>
              <a:ea typeface="Sora"/>
              <a:cs typeface="Sora"/>
              <a:sym typeface="Sora"/>
            </a:endParaRPr>
          </a:p>
        </p:txBody>
      </p:sp>
      <p:sp>
        <p:nvSpPr>
          <p:cNvPr id="914" name="Google Shape;914;p55"/>
          <p:cNvSpPr txBox="1"/>
          <p:nvPr>
            <p:ph idx="16" type="subTitle"/>
          </p:nvPr>
        </p:nvSpPr>
        <p:spPr>
          <a:xfrm>
            <a:off x="1228050" y="3899975"/>
            <a:ext cx="6687900" cy="950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t/>
            </a:r>
            <a:endParaRPr b="0" sz="1700"/>
          </a:p>
          <a:p>
            <a:pPr indent="-317500" lvl="0" marL="457200" rtl="0" algn="l">
              <a:lnSpc>
                <a:spcPct val="115000"/>
              </a:lnSpc>
              <a:spcBef>
                <a:spcPts val="0"/>
              </a:spcBef>
              <a:spcAft>
                <a:spcPts val="0"/>
              </a:spcAft>
              <a:buSzPts val="1400"/>
              <a:buChar char="●"/>
            </a:pPr>
            <a:r>
              <a:rPr b="0" lang="en"/>
              <a:t>Each pair of teams plays exactly twice (home &amp; away)</a:t>
            </a:r>
            <a:endParaRPr b="0"/>
          </a:p>
          <a:p>
            <a:pPr indent="-317500" lvl="0" marL="457200" rtl="0" algn="l">
              <a:lnSpc>
                <a:spcPct val="115000"/>
              </a:lnSpc>
              <a:spcBef>
                <a:spcPts val="0"/>
              </a:spcBef>
              <a:spcAft>
                <a:spcPts val="0"/>
              </a:spcAft>
              <a:buSzPts val="1400"/>
              <a:buChar char="●"/>
            </a:pPr>
            <a:r>
              <a:rPr b="0" lang="en"/>
              <a:t>Each team plays once per week</a:t>
            </a:r>
            <a:endParaRPr b="0"/>
          </a:p>
          <a:p>
            <a:pPr indent="0" lvl="0" marL="0" rtl="0" algn="l">
              <a:spcBef>
                <a:spcPts val="0"/>
              </a:spcBef>
              <a:spcAft>
                <a:spcPts val="0"/>
              </a:spcAft>
              <a:buNone/>
            </a:pPr>
            <a:r>
              <a:t/>
            </a:r>
            <a:endParaRPr b="0" sz="1700"/>
          </a:p>
        </p:txBody>
      </p:sp>
      <p:sp>
        <p:nvSpPr>
          <p:cNvPr id="915" name="Google Shape;915;p55"/>
          <p:cNvSpPr txBox="1"/>
          <p:nvPr>
            <p:ph idx="3" type="title"/>
          </p:nvPr>
        </p:nvSpPr>
        <p:spPr>
          <a:xfrm>
            <a:off x="2601150" y="3574825"/>
            <a:ext cx="3941700" cy="5727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sz="2800"/>
              <a:t>Constraints</a:t>
            </a:r>
            <a:endParaRPr sz="2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56"/>
          <p:cNvSpPr txBox="1"/>
          <p:nvPr>
            <p:ph idx="3" type="title"/>
          </p:nvPr>
        </p:nvSpPr>
        <p:spPr>
          <a:xfrm>
            <a:off x="2601150" y="526850"/>
            <a:ext cx="3941700" cy="5727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sz="2800"/>
              <a:t>Usage</a:t>
            </a:r>
            <a:endParaRPr sz="2800"/>
          </a:p>
        </p:txBody>
      </p:sp>
      <p:sp>
        <p:nvSpPr>
          <p:cNvPr id="921" name="Google Shape;921;p56"/>
          <p:cNvSpPr txBox="1"/>
          <p:nvPr>
            <p:ph idx="16" type="subTitle"/>
          </p:nvPr>
        </p:nvSpPr>
        <p:spPr>
          <a:xfrm>
            <a:off x="1181100" y="921400"/>
            <a:ext cx="6687900" cy="15945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t/>
            </a:r>
            <a:endParaRPr b="0" sz="1700"/>
          </a:p>
          <a:p>
            <a:pPr indent="-317500" lvl="0" marL="457200" rtl="0" algn="l">
              <a:lnSpc>
                <a:spcPct val="115000"/>
              </a:lnSpc>
              <a:spcBef>
                <a:spcPts val="0"/>
              </a:spcBef>
              <a:spcAft>
                <a:spcPts val="0"/>
              </a:spcAft>
              <a:buSzPts val="1400"/>
              <a:buChar char="●"/>
            </a:pPr>
            <a:r>
              <a:rPr b="0" lang="en"/>
              <a:t>Provide a feasible improved schedule with reduced travel</a:t>
            </a:r>
            <a:endParaRPr b="0"/>
          </a:p>
          <a:p>
            <a:pPr indent="-317500" lvl="0" marL="457200" rtl="0" algn="l">
              <a:lnSpc>
                <a:spcPct val="115000"/>
              </a:lnSpc>
              <a:spcBef>
                <a:spcPts val="0"/>
              </a:spcBef>
              <a:spcAft>
                <a:spcPts val="0"/>
              </a:spcAft>
              <a:buSzPts val="1400"/>
              <a:buChar char="●"/>
            </a:pPr>
            <a:r>
              <a:rPr b="0" lang="en"/>
              <a:t>Quantify inefficiencies in real-world scheduling</a:t>
            </a:r>
            <a:endParaRPr b="0"/>
          </a:p>
          <a:p>
            <a:pPr indent="-317500" lvl="0" marL="457200" rtl="0" algn="l">
              <a:lnSpc>
                <a:spcPct val="115000"/>
              </a:lnSpc>
              <a:spcBef>
                <a:spcPts val="0"/>
              </a:spcBef>
              <a:spcAft>
                <a:spcPts val="0"/>
              </a:spcAft>
              <a:buSzPts val="1400"/>
              <a:buChar char="●"/>
            </a:pPr>
            <a:r>
              <a:rPr b="0" lang="en"/>
              <a:t>Demonstrate how graph algorithms can optimize logistics</a:t>
            </a:r>
            <a:endParaRPr b="0"/>
          </a:p>
          <a:p>
            <a:pPr indent="0" lvl="0" marL="0" rtl="0" algn="l">
              <a:lnSpc>
                <a:spcPct val="115000"/>
              </a:lnSpc>
              <a:spcBef>
                <a:spcPts val="0"/>
              </a:spcBef>
              <a:spcAft>
                <a:spcPts val="0"/>
              </a:spcAft>
              <a:buNone/>
            </a:pPr>
            <a:r>
              <a:t/>
            </a:r>
            <a:endParaRPr b="0"/>
          </a:p>
          <a:p>
            <a:pPr indent="0" lvl="0" marL="0" rtl="0" algn="l">
              <a:spcBef>
                <a:spcPts val="0"/>
              </a:spcBef>
              <a:spcAft>
                <a:spcPts val="0"/>
              </a:spcAft>
              <a:buNone/>
            </a:pPr>
            <a:r>
              <a:t/>
            </a:r>
            <a:endParaRPr b="0" sz="1700"/>
          </a:p>
        </p:txBody>
      </p:sp>
      <p:sp>
        <p:nvSpPr>
          <p:cNvPr id="922" name="Google Shape;922;p56"/>
          <p:cNvSpPr txBox="1"/>
          <p:nvPr>
            <p:ph idx="3" type="title"/>
          </p:nvPr>
        </p:nvSpPr>
        <p:spPr>
          <a:xfrm>
            <a:off x="2601150" y="2427850"/>
            <a:ext cx="3941700" cy="5727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sz="2800"/>
              <a:t>Evaluation Metrics</a:t>
            </a:r>
            <a:endParaRPr sz="2800"/>
          </a:p>
        </p:txBody>
      </p:sp>
      <p:sp>
        <p:nvSpPr>
          <p:cNvPr id="923" name="Google Shape;923;p56"/>
          <p:cNvSpPr txBox="1"/>
          <p:nvPr>
            <p:ph idx="16" type="subTitle"/>
          </p:nvPr>
        </p:nvSpPr>
        <p:spPr>
          <a:xfrm>
            <a:off x="1266150" y="2946775"/>
            <a:ext cx="6517800" cy="13728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t/>
            </a:r>
            <a:endParaRPr b="0"/>
          </a:p>
          <a:p>
            <a:pPr indent="-317500" lvl="0" marL="457200" rtl="0" algn="l">
              <a:lnSpc>
                <a:spcPct val="115000"/>
              </a:lnSpc>
              <a:spcBef>
                <a:spcPts val="0"/>
              </a:spcBef>
              <a:spcAft>
                <a:spcPts val="0"/>
              </a:spcAft>
              <a:buSzPts val="1400"/>
              <a:buChar char="●"/>
            </a:pPr>
            <a:r>
              <a:rPr b="0" lang="en"/>
              <a:t>Total league travel distance (km)</a:t>
            </a:r>
            <a:endParaRPr b="0"/>
          </a:p>
          <a:p>
            <a:pPr indent="-317500" lvl="0" marL="457200" rtl="0" algn="l">
              <a:lnSpc>
                <a:spcPct val="115000"/>
              </a:lnSpc>
              <a:spcBef>
                <a:spcPts val="0"/>
              </a:spcBef>
              <a:spcAft>
                <a:spcPts val="0"/>
              </a:spcAft>
              <a:buSzPts val="1400"/>
              <a:buChar char="●"/>
            </a:pPr>
            <a:r>
              <a:rPr b="0" lang="en"/>
              <a:t>Comparison between real schedule vs optimized schedule</a:t>
            </a:r>
            <a:endParaRPr b="0"/>
          </a:p>
          <a:p>
            <a:pPr indent="-317500" lvl="0" marL="457200" rtl="0" algn="l">
              <a:lnSpc>
                <a:spcPct val="115000"/>
              </a:lnSpc>
              <a:spcBef>
                <a:spcPts val="0"/>
              </a:spcBef>
              <a:spcAft>
                <a:spcPts val="0"/>
              </a:spcAft>
              <a:buSzPts val="1400"/>
              <a:buChar char="●"/>
            </a:pPr>
            <a:r>
              <a:rPr b="0" lang="en"/>
              <a:t>Per-team travel distance</a:t>
            </a:r>
            <a:endParaRPr b="0"/>
          </a:p>
          <a:p>
            <a:pPr indent="-317500" lvl="0" marL="457200" rtl="0" algn="l">
              <a:lnSpc>
                <a:spcPct val="115000"/>
              </a:lnSpc>
              <a:spcBef>
                <a:spcPts val="0"/>
              </a:spcBef>
              <a:spcAft>
                <a:spcPts val="0"/>
              </a:spcAft>
              <a:buSzPts val="1400"/>
              <a:buChar char="●"/>
            </a:pPr>
            <a:r>
              <a:rPr b="0" lang="en"/>
              <a:t>Longest consecutive away travel distance</a:t>
            </a:r>
            <a:endParaRPr b="0"/>
          </a:p>
          <a:p>
            <a:pPr indent="0" lvl="0" marL="0" rtl="0" algn="l">
              <a:lnSpc>
                <a:spcPct val="115000"/>
              </a:lnSpc>
              <a:spcBef>
                <a:spcPts val="0"/>
              </a:spcBef>
              <a:spcAft>
                <a:spcPts val="0"/>
              </a:spcAft>
              <a:buNone/>
            </a:pPr>
            <a:r>
              <a:t/>
            </a:r>
            <a:endParaRPr b="0"/>
          </a:p>
        </p:txBody>
      </p:sp>
    </p:spTree>
  </p:cSld>
  <p:clrMapOvr>
    <a:masterClrMapping/>
  </p:clrMapOvr>
</p:sld>
</file>

<file path=ppt/theme/theme1.xml><?xml version="1.0" encoding="utf-8"?>
<a:theme xmlns:a="http://schemas.openxmlformats.org/drawingml/2006/main" xmlns:r="http://schemas.openxmlformats.org/officeDocument/2006/relationships"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